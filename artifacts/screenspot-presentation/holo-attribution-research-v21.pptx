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0444f5e418b45e7" /><Relationship Type="http://schemas.openxmlformats.org/officeDocument/2006/relationships/extended-properties" Target="/docProps/app.xml" Id="R2cf3a31adbe842a7" /><Relationship Type="http://schemas.openxmlformats.org/officeDocument/2006/relationships/officeDocument" Target="/ppt/presentation.xml" Id="R0f9188ed5fcf4fcc" /></Relationships>
</file>

<file path=ppt/presentation.xml><?xml version="1.0" encoding="utf-8"?>
<p:presentation xmlns:p="http://schemas.openxmlformats.org/presentationml/2006/main">
  <p:sldMasterIdLst>
    <p:sldMasterId xmlns:r="http://schemas.openxmlformats.org/officeDocument/2006/relationships" id="2147483648" r:id="R68dfed1606be41c4"/>
  </p:sldMasterIdLst>
  <p:notesMasterIdLst>
    <p:notesMasterId xmlns:r="http://schemas.openxmlformats.org/officeDocument/2006/relationships" r:id="R4f19cfda4d31427b"/>
  </p:notesMasterIdLst>
  <p:sldIdLst>
    <p:sldId xmlns:r="http://schemas.openxmlformats.org/officeDocument/2006/relationships" id="256" r:id="Re881eece93294147"/>
    <p:sldId xmlns:r="http://schemas.openxmlformats.org/officeDocument/2006/relationships" id="257" r:id="Rfaa6be93b447406f"/>
    <p:sldId xmlns:r="http://schemas.openxmlformats.org/officeDocument/2006/relationships" id="258" r:id="R59cca1d5de634910"/>
    <p:sldId xmlns:r="http://schemas.openxmlformats.org/officeDocument/2006/relationships" id="259" r:id="R543d876ffbdb4093"/>
    <p:sldId xmlns:r="http://schemas.openxmlformats.org/officeDocument/2006/relationships" id="260" r:id="Rd093849ed4c341a9"/>
    <p:sldId xmlns:r="http://schemas.openxmlformats.org/officeDocument/2006/relationships" id="261" r:id="R5683492a038c4acc"/>
    <p:sldId xmlns:r="http://schemas.openxmlformats.org/officeDocument/2006/relationships" id="262" r:id="Reb52386243f645a9"/>
    <p:sldId xmlns:r="http://schemas.openxmlformats.org/officeDocument/2006/relationships" id="263" r:id="R35a0d5fb768743ce"/>
    <p:sldId xmlns:r="http://schemas.openxmlformats.org/officeDocument/2006/relationships" id="264" r:id="R5e17add1ee354a0b"/>
    <p:sldId xmlns:r="http://schemas.openxmlformats.org/officeDocument/2006/relationships" id="265" r:id="Rb4eae0f54c45455a"/>
    <p:sldId xmlns:r="http://schemas.openxmlformats.org/officeDocument/2006/relationships" id="266" r:id="R83fa63ca1bc84444"/>
    <p:sldId xmlns:r="http://schemas.openxmlformats.org/officeDocument/2006/relationships" id="267" r:id="R2e8ca3e6a8174945"/>
    <p:sldId xmlns:r="http://schemas.openxmlformats.org/officeDocument/2006/relationships" id="268" r:id="R4f12bcd48bd74a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e9113cfc3048d0" /><Relationship Type="http://schemas.openxmlformats.org/officeDocument/2006/relationships/slideMaster" Target="/ppt/slideMasters/slideMaster1.xml" Id="R68dfed1606be41c4" /><Relationship Type="http://schemas.openxmlformats.org/officeDocument/2006/relationships/notesMaster" Target="/ppt/notesMasters/notesMaster1.xml" Id="R4f19cfda4d31427b" /><Relationship Type="http://schemas.openxmlformats.org/officeDocument/2006/relationships/presProps" Target="/ppt/presProps.xml" Id="R5c08cdec1e8f436d" /><Relationship Type="http://schemas.openxmlformats.org/officeDocument/2006/relationships/tableStyles" Target="/ppt/tableStyles.xml" Id="R02f8504b26c94df6" /><Relationship Type="http://schemas.openxmlformats.org/officeDocument/2006/relationships/slide" Target="/ppt/slides/slide1.xml" Id="Re881eece93294147" /><Relationship Type="http://schemas.openxmlformats.org/officeDocument/2006/relationships/slide" Target="/ppt/slides/slide2.xml" Id="Rfaa6be93b447406f" /><Relationship Type="http://schemas.openxmlformats.org/officeDocument/2006/relationships/slide" Target="/ppt/slides/slide3.xml" Id="R59cca1d5de634910" /><Relationship Type="http://schemas.openxmlformats.org/officeDocument/2006/relationships/slide" Target="/ppt/slides/slide4.xml" Id="R543d876ffbdb4093" /><Relationship Type="http://schemas.openxmlformats.org/officeDocument/2006/relationships/slide" Target="/ppt/slides/slide5.xml" Id="Rd093849ed4c341a9" /><Relationship Type="http://schemas.openxmlformats.org/officeDocument/2006/relationships/slide" Target="/ppt/slides/slide6.xml" Id="R5683492a038c4acc" /><Relationship Type="http://schemas.openxmlformats.org/officeDocument/2006/relationships/slide" Target="/ppt/slides/slide7.xml" Id="Reb52386243f645a9" /><Relationship Type="http://schemas.openxmlformats.org/officeDocument/2006/relationships/slide" Target="/ppt/slides/slide8.xml" Id="R35a0d5fb768743ce" /><Relationship Type="http://schemas.openxmlformats.org/officeDocument/2006/relationships/slide" Target="/ppt/slides/slide9.xml" Id="R5e17add1ee354a0b" /><Relationship Type="http://schemas.openxmlformats.org/officeDocument/2006/relationships/slide" Target="/ppt/slides/slide10.xml" Id="Rb4eae0f54c45455a" /><Relationship Type="http://schemas.openxmlformats.org/officeDocument/2006/relationships/slide" Target="/ppt/slides/slide11.xml" Id="R83fa63ca1bc84444" /><Relationship Type="http://schemas.openxmlformats.org/officeDocument/2006/relationships/slide" Target="/ppt/slides/slide12.xml" Id="R2e8ca3e6a8174945" /><Relationship Type="http://schemas.openxmlformats.org/officeDocument/2006/relationships/slide" Target="/ppt/slides/slide13.xml" Id="R4f12bcd48bd7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4e0051708248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d2e419a6614cec" /><Relationship Type="http://schemas.openxmlformats.org/officeDocument/2006/relationships/notesMaster" Target="/ppt/notesMasters/notesMaster1.xml" Id="R8c3f7287be8948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ec7244df0940e0" /><Relationship Type="http://schemas.openxmlformats.org/officeDocument/2006/relationships/notesMaster" Target="/ppt/notesMasters/notesMaster1.xml" Id="Rc07844fb8e824f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3cb30936b24eb2" /><Relationship Type="http://schemas.openxmlformats.org/officeDocument/2006/relationships/notesMaster" Target="/ppt/notesMasters/notesMaster1.xml" Id="Rd10321d9ceb44b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23985ae0314c54" /><Relationship Type="http://schemas.openxmlformats.org/officeDocument/2006/relationships/notesMaster" Target="/ppt/notesMasters/notesMaster1.xml" Id="R1af6b85507924e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e80a8da55a4302" /><Relationship Type="http://schemas.openxmlformats.org/officeDocument/2006/relationships/notesMaster" Target="/ppt/notesMasters/notesMaster1.xml" Id="R71a1a56f9c5246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923673e6e7489c" /><Relationship Type="http://schemas.openxmlformats.org/officeDocument/2006/relationships/notesMaster" Target="/ppt/notesMasters/notesMaster1.xml" Id="Reef6b885247a40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4d297849734517" /><Relationship Type="http://schemas.openxmlformats.org/officeDocument/2006/relationships/notesMaster" Target="/ppt/notesMasters/notesMaster1.xml" Id="R9207409ccd114c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b1db1b94d54e9f" /><Relationship Type="http://schemas.openxmlformats.org/officeDocument/2006/relationships/notesMaster" Target="/ppt/notesMasters/notesMaster1.xml" Id="R5fecf90fc43145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f36ec6e8e544cc" /><Relationship Type="http://schemas.openxmlformats.org/officeDocument/2006/relationships/notesMaster" Target="/ppt/notesMasters/notesMaster1.xml" Id="R65d6d0c382394d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32c3cbc45e4731" /><Relationship Type="http://schemas.openxmlformats.org/officeDocument/2006/relationships/notesMaster" Target="/ppt/notesMasters/notesMaster1.xml" Id="R826db52fd63e4a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ab50729da749ed" /><Relationship Type="http://schemas.openxmlformats.org/officeDocument/2006/relationships/notesMaster" Target="/ppt/notesMasters/notesMaster1.xml" Id="R2ba7585dd7e248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f2b0988e2d436a" /><Relationship Type="http://schemas.openxmlformats.org/officeDocument/2006/relationships/notesMaster" Target="/ppt/notesMasters/notesMaster1.xml" Id="R5936ced9ba234f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03d8e417ec409e" /><Relationship Type="http://schemas.openxmlformats.org/officeDocument/2006/relationships/notesMaster" Target="/ppt/notesMasters/notesMaster1.xml" Id="R328212514f0440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but the comparison is confounded by target geometry. The median normalized text-target area is 4.77 times the median icon-target area. Median heights are similar at 25 versus 24 pixels, while median widths are 111 versus 26 pixels. Direct standardization over ten pooled target-area rank bins reduces the text-minus-icon gap from 35.4 to 17.4 percentage points. This coarse adjustment does not control application, platform, action family, aspect ratio, surrounding visual density, or annotation noise. The bottom matrix remains a diagnostic raw breakdown. Its action columns use our first-recognized-verb dictionary rather than an official ScreenSpot-Pro label. Sources: data/remote-results/run/screenspot-full-official/summary.json, artifacts/screenspot-presentation/screenspot-target-size-analysis.json, scripts/analyze_screenspot_target_size.py,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2:10–3:20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3:20–4:20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4:20–5:15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5:15–6:25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Resolution is an important confound: after patch merging, this 105×65-pixel control spans only about 1.6×1.0 visual tokens, so coarse retrieval can survive while precise binding degrades. The four-frame history and longer prompt also co-vary, so this case does not isolate resolution causally. In a separate single-frame diagnostic, frozen item test-0035 moves the price column from roughly 80% to 58% of viewport width and enlarges the UI. The £122 target price receives 4.12× causal previous-token lift for x versus 0.81× on the £135 runner-up; y is 4.01× versus 0.91×. Holo still emits malformed, off-target coordinates. This supports position-robust price selection but is not a same-image prompt-baseline proof. Three controls are included in the multi-frame map; one is excluded because generation omitted a y span. LOO cosine is 0.898 mean / 0.769 minimum. Sources: data/attributions/hotel-cheapest-multiframe-contrast/analysis.json and data/attributions/hotel-test-0035-large-ui-final/target-viewer/viewer.html.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7:30–8:20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8:20–9:25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now leads with those three contrasts; the distractor and MLP probes remain in the secondary line. The delta lens teacher-forces identical candidates through official Qwen3.5-4B and Holo3.1-4B with the Holo processor and prompts held fixed. Across five ScreenSpot probes, every final oracle-margin shift is positive, but the three hotel steps are mixed. Each checkpoint uses its own final RMSNorm and language-model head, so the layerwise delta includes residual and readout changes. Sources: artifacts/causal-intervention/powerpoint_windows_59_swap/results.json and data/remote-results/delta-lens-qwen35-vs-holo31-20260921-dcd8c5e5/run/delta-lens-qwen35-vs-holo31-20260921-dcd8c5e5/delta-lens.json.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9:25–10:20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10:20–11:30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c84f35c7c245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c7b8277a984443" /><Relationship Type="http://schemas.openxmlformats.org/officeDocument/2006/relationships/slideLayout" Target="/ppt/slideLayouts/slideLayout1.xml" Id="Rc8925fe3ae5241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25fe3ae5241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93fab3066845d4" /><Relationship Type="http://schemas.openxmlformats.org/officeDocument/2006/relationships/image" Target="/ppt/media/image.png" Id="Re5eafd710cfc48ca" /><Relationship Type="http://schemas.openxmlformats.org/officeDocument/2006/relationships/notesSlide" Target="/ppt/notesSlides/notesSlide1.xml" Id="R3b9d22c4f9da40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c51f8a66b943c9" /><Relationship Type="http://schemas.openxmlformats.org/officeDocument/2006/relationships/notesSlide" Target="/ppt/notesSlides/notesSlide2.xml" Id="R532edebf6d894d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d545bb035848dc" /><Relationship Type="http://schemas.openxmlformats.org/officeDocument/2006/relationships/chart" Target="/ppt/slides/charts/chart1.xml" Id="R2d67b51478594a60" /><Relationship Type="http://schemas.openxmlformats.org/officeDocument/2006/relationships/notesSlide" Target="/ppt/notesSlides/notesSlide3.xml" Id="R5e24c1c52e5846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4607d49f6e4835" /><Relationship Type="http://schemas.openxmlformats.org/officeDocument/2006/relationships/notesSlide" Target="/ppt/notesSlides/notesSlide4.xml" Id="R210566390e8545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4b9cff4e274e92" /><Relationship Type="http://schemas.openxmlformats.org/officeDocument/2006/relationships/image" Target="/ppt/media/image2.png" Id="Rf1a9513430244c0a" /><Relationship Type="http://schemas.openxmlformats.org/officeDocument/2006/relationships/image" Target="/ppt/media/image3.png" Id="R129ecd21591d43df" /><Relationship Type="http://schemas.openxmlformats.org/officeDocument/2006/relationships/notesSlide" Target="/ppt/notesSlides/notesSlide5.xml" Id="R16d8149876694c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b6dfd622e14c33" /><Relationship Type="http://schemas.openxmlformats.org/officeDocument/2006/relationships/image" Target="/ppt/media/image4.png" Id="R52b0c89a243240ed" /><Relationship Type="http://schemas.openxmlformats.org/officeDocument/2006/relationships/notesSlide" Target="/ppt/notesSlides/notesSlide6.xml" Id="Rd055525dc4e24b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8a84d78e874b43" /><Relationship Type="http://schemas.openxmlformats.org/officeDocument/2006/relationships/image" Target="/ppt/media/image5.png" Id="Rff513abd306a47de" /><Relationship Type="http://schemas.openxmlformats.org/officeDocument/2006/relationships/image" Target="/ppt/media/image6.png" Id="R48c45eb2a05b47b0" /><Relationship Type="http://schemas.openxmlformats.org/officeDocument/2006/relationships/image" Target="/ppt/media/image7.png" Id="Re1e25044729b417f" /><Relationship Type="http://schemas.openxmlformats.org/officeDocument/2006/relationships/image" Target="/ppt/media/image8.png" Id="R4cf264f7f8be41b8" /><Relationship Type="http://schemas.openxmlformats.org/officeDocument/2006/relationships/notesSlide" Target="/ppt/notesSlides/notesSlide7.xml" Id="R78d1d00d3f5042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793ee53ac441a5" /><Relationship Type="http://schemas.openxmlformats.org/officeDocument/2006/relationships/notesSlide" Target="/ppt/notesSlides/notesSlide8.xml" Id="Rfafec730fa0148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9f274627264d05" /><Relationship Type="http://schemas.openxmlformats.org/officeDocument/2006/relationships/image" Target="/ppt/media/image9.png" Id="Rec8cc775fbdf4848" /><Relationship Type="http://schemas.openxmlformats.org/officeDocument/2006/relationships/image" Target="/ppt/media/image10.png" Id="R0328055fca2e4b64" /><Relationship Type="http://schemas.openxmlformats.org/officeDocument/2006/relationships/notesSlide" Target="/ppt/notesSlides/notesSlide9.xml" Id="R3261908955c449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548ffc400d4d6d" /><Relationship Type="http://schemas.openxmlformats.org/officeDocument/2006/relationships/chart" Target="/ppt/slides/charts/chart2.xml" Id="R1e47356f58d342e9" /><Relationship Type="http://schemas.openxmlformats.org/officeDocument/2006/relationships/notesSlide" Target="/ppt/notesSlides/notesSlide10.xml" Id="R006351ea60da41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c56b72d8c440d5" /><Relationship Type="http://schemas.openxmlformats.org/officeDocument/2006/relationships/notesSlide" Target="/ppt/notesSlides/notesSlide11.xml" Id="Rd658699128134b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95bd9a42f64af2" /><Relationship Type="http://schemas.openxmlformats.org/officeDocument/2006/relationships/notesSlide" Target="/ppt/notesSlides/notesSlide12.xml" Id="R149076d85b824f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904636d7fd427c" /><Relationship Type="http://schemas.openxmlformats.org/officeDocument/2006/relationships/notesSlide" Target="/ppt/notesSlides/notesSlide13.xml" Id="R0822579732714d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5eafd710cfc48ca"/>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0E66B0-173E-4410-B170-023F6CD51F61}"/>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5ABCFC-77DD-4511-9C56-142BEED2FC26}"/>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C3DA53-E845-4742-BA51-5BE0D5F3AAA3}"/>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913579-1EAA-4270-8486-1DE34524D049}"/>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2C93A10F-ABB2-42F4-A2C7-13BD94DCFD36}"/>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D7268A07-20C4-454A-9948-9A7E3D887C3A}"/>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65E692F6-B0CB-4061-A7C6-B1EB9E80C20E}"/>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419308157"/>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64E2FCB-F953-4BEF-A382-5AE47AED835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133FC3EB-8161-4AA3-8C23-0B5574DD542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C9CC307B-8FAF-4A18-9462-061B2280E43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1CDD938-6B41-47A4-9D06-924836E1E561}"/>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87E836F9-7E8D-413B-9EA5-9244458EA78B}"/>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A1ADEA-70EA-44EE-905F-02B4A75629D4}"/>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3AFBCE1E-C3C1-4654-89E1-AA492D217EA0}"/>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800563C1-6D77-491F-97D7-0ABC2CF8FA0B}"/>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104CE9C4-4447-4638-A148-21C3E4F3480E}"/>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9ECC99A6-AD57-48EF-8832-AD6AC535EE5A}"/>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8E33B26D-BBDE-4B81-9CD3-129E56E2391E}"/>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473F3787-77DA-470E-AE42-4FB4E7C816AC}"/>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424527E1-5B2E-4E0A-9DEE-CA26A4FBD0BB}"/>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5F301C6-714F-46F5-8FB9-12F89E6FBEB3}"/>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B0D77F6F-E4BF-48CA-9E43-9D15E072C810}"/>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7CE5D1-ADB5-4AA7-99AB-7E6FD9B56129}"/>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664C9C-AC52-43D9-A305-15298EF709A1}"/>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93353659-25A0-4003-AC91-D347CA224E8F}"/>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9A06F579-084A-4303-A97A-F5486B729A0C}"/>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408D8902-C6B0-459B-B424-4DB71E63DC8C}"/>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6645E9C-65B9-4CCE-8DF3-D3502A1ED714}"/>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030F43AD-8010-45B5-AFAA-B4CE6388BCCE}"/>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3ED857D8-9510-4BB9-9777-2FA5E861A74F}"/>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CA2EE95F-1281-45AE-9065-D1B6E59505F5}"/>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EE1718C-DEC0-428D-B4D2-EF8816DE88AF}"/>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1C842C06-C65A-4F6E-AF9C-D258C04A1AC9}"/>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6C594074-A2E1-4E96-BC46-83DA98F79AA1}"/>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3C8CBF90-909A-45EB-A44B-D3C98C8A7DF6}"/>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B321DC8-AB8E-4A58-A0E9-B55C516595AF}"/>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F81CA57C-140F-40FB-AF1A-F747E1BA6D71}"/>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C8B3B1BB-FC4C-4BBB-B130-30D7F422FE59}"/>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76A1A5FF-D2AE-4458-B131-B80D5F70E589}"/>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E33EB2A-08A5-4D39-901E-758114D7174E}"/>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651F79C7-E929-42E7-93DB-0D4DACB97EC6}"/>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22F82F82-CB21-4599-85FE-4E1FAB98F25E}"/>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AC9EF711-3196-463E-ACE1-EE8C4E0EEC6D}"/>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A01082DF-1193-4219-8A36-806787532BD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8E5A11F-E9D0-4EE8-B2DD-59EE9869FCE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391567920"/>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076839C-4576-47AE-8BAE-55BEF9B204F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C9451E8E-C35C-482F-B75A-8DCF60D9E59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target size explains part of the icon gap</a:t>
            </a:r>
          </a:p>
        </p:txBody>
      </p:sp>
      <p:sp>
        <p:nvSpPr>
          <p:cNvPr id="3" name="">
            <a:extLst xmlns:a="http://schemas.openxmlformats.org/drawingml/2006/main">
              <a:ext uri="{FF2B5EF4-FFF2-40B4-BE49-F238E27FC236}">
                <a16:creationId xmlns:a16="http://schemas.microsoft.com/office/drawing/2014/main" id="{B50752EC-DC4F-4E14-94AB-1E55B9DAC25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B4987B73-E2CB-4CD1-9ADD-DB2016200628}"/>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0D6436E0-333F-49F0-A2A4-F310F463E124}"/>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14C5523F-8FED-4909-8344-EE57BEA93F94}"/>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C494C5C4-03F7-4781-8323-7A6A0811C9A4}"/>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6F95CE3F-8E0E-4683-BF08-C797A756C694}"/>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255E3E0D-8C6F-4671-80E9-60960F07D7F4}"/>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70C5BE19-3B17-45EA-B25E-C0BFEFE6E680}"/>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2167DB-8603-4208-B87E-DA56EA6E32A4}"/>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2d67b51478594a60"/>
          </a:graphicData>
        </a:graphic>
      </p:graphicFrame>
      <p:sp>
        <p:nvSpPr>
          <p:cNvPr id="13" name="">
            <a:extLst xmlns:a="http://schemas.openxmlformats.org/drawingml/2006/main">
              <a:ext uri="{FF2B5EF4-FFF2-40B4-BE49-F238E27FC236}">
                <a16:creationId xmlns:a16="http://schemas.microsoft.com/office/drawing/2014/main" id="{F1D9062E-3DD7-4F66-B92C-78DBCDD87158}"/>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B6382D61-2EAC-4444-AFCA-12A9FC9A9AF2}"/>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862E6048-B5FF-4EAA-9531-53D7AEB80E94}"/>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849267-01CD-4CB2-8CCC-D7734B693789}"/>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TARGET-SIZE CONFOUND</a:t>
            </a:r>
          </a:p>
        </p:txBody>
      </p:sp>
      <p:sp>
        <p:nvSpPr>
          <p:cNvPr id="17" name="">
            <a:extLst xmlns:a="http://schemas.openxmlformats.org/drawingml/2006/main">
              <a:ext uri="{FF2B5EF4-FFF2-40B4-BE49-F238E27FC236}">
                <a16:creationId xmlns:a16="http://schemas.microsoft.com/office/drawing/2014/main" id="{633F3A81-43F0-4AB3-B766-8FEF1CAD2FCA}"/>
              </a:ext>
            </a:extLst>
          </p:cNvPr>
          <p:cNvSpPr>
            <a:spLocks xmlns:a="http://schemas.openxmlformats.org/drawingml/2006/main" noGrp="1"/>
          </p:cNvSpPr>
          <p:nvPr/>
        </p:nvSpPr>
        <p:spPr>
          <a:xfrm xmlns:a="http://schemas.openxmlformats.org/drawingml/2006/main">
            <a:off x="9086850" y="203835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05A3C"/>
                </a:solidFill>
                <a:latin typeface="Helvetica Neue"/>
                <a:ea typeface="Helvetica Neue"/>
                <a:cs typeface="Helvetica Neue"/>
              </a:defRPr>
            </a:pPr>
            <a:r>
              <a:rPr sz="2550" b="1">
                <a:solidFill>
                  <a:srgbClr val="F05A3C"/>
                </a:solidFill>
                <a:latin typeface="Helvetica Neue"/>
                <a:ea typeface="Helvetica Neue"/>
                <a:cs typeface="Helvetica Neue"/>
              </a:rPr>
              <a:t>4.77×</a:t>
            </a:r>
          </a:p>
        </p:txBody>
      </p:sp>
      <p:sp>
        <p:nvSpPr>
          <p:cNvPr id="18" name="">
            <a:extLst xmlns:a="http://schemas.openxmlformats.org/drawingml/2006/main">
              <a:ext uri="{FF2B5EF4-FFF2-40B4-BE49-F238E27FC236}">
                <a16:creationId xmlns:a16="http://schemas.microsoft.com/office/drawing/2014/main" id="{AB24589F-8754-4AE8-8C46-1E755EACA6D7}"/>
              </a:ext>
            </a:extLst>
          </p:cNvPr>
          <p:cNvSpPr>
            <a:spLocks xmlns:a="http://schemas.openxmlformats.org/drawingml/2006/main" noGrp="1"/>
          </p:cNvSpPr>
          <p:nvPr/>
        </p:nvSpPr>
        <p:spPr>
          <a:xfrm xmlns:a="http://schemas.openxmlformats.org/drawingml/2006/main">
            <a:off x="9086850" y="24574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F2BDAF"/>
                </a:solidFill>
                <a:latin typeface="Helvetica Neue"/>
                <a:ea typeface="Helvetica Neue"/>
                <a:cs typeface="Helvetica Neue"/>
              </a:defRPr>
            </a:pPr>
            <a:r>
              <a:rPr sz="1050" b="0">
                <a:solidFill>
                  <a:srgbClr val="F2BDAF"/>
                </a:solidFill>
                <a:latin typeface="Helvetica Neue"/>
                <a:ea typeface="Helvetica Neue"/>
                <a:cs typeface="Helvetica Neue"/>
              </a:rPr>
              <a:t>larger median text-target area</a:t>
            </a:r>
          </a:p>
        </p:txBody>
      </p:sp>
      <p:sp>
        <p:nvSpPr>
          <p:cNvPr id="19" name="">
            <a:extLst xmlns:a="http://schemas.openxmlformats.org/drawingml/2006/main">
              <a:ext uri="{FF2B5EF4-FFF2-40B4-BE49-F238E27FC236}">
                <a16:creationId xmlns:a16="http://schemas.microsoft.com/office/drawing/2014/main" id="{23B62365-E0EC-45AA-A0DF-B74A1F80FFED}"/>
              </a:ext>
            </a:extLst>
          </p:cNvPr>
          <p:cNvSpPr>
            <a:spLocks xmlns:a="http://schemas.openxmlformats.org/drawingml/2006/main" noGrp="1"/>
          </p:cNvSpPr>
          <p:nvPr/>
        </p:nvSpPr>
        <p:spPr>
          <a:xfrm xmlns:a="http://schemas.openxmlformats.org/drawingml/2006/main">
            <a:off x="9086850" y="28575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35.4 pp raw gap</a:t>
            </a:r>
          </a:p>
        </p:txBody>
      </p:sp>
      <p:sp>
        <p:nvSpPr>
          <p:cNvPr id="20" name="">
            <a:extLst xmlns:a="http://schemas.openxmlformats.org/drawingml/2006/main">
              <a:ext uri="{FF2B5EF4-FFF2-40B4-BE49-F238E27FC236}">
                <a16:creationId xmlns:a16="http://schemas.microsoft.com/office/drawing/2014/main" id="{0800691A-1BFA-4B18-AD39-A31C427D1D01}"/>
              </a:ext>
            </a:extLst>
          </p:cNvPr>
          <p:cNvSpPr>
            <a:spLocks xmlns:a="http://schemas.openxmlformats.org/drawingml/2006/main" noGrp="1"/>
          </p:cNvSpPr>
          <p:nvPr/>
        </p:nvSpPr>
        <p:spPr>
          <a:xfrm xmlns:a="http://schemas.openxmlformats.org/drawingml/2006/main">
            <a:off x="9086850" y="3143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17.4 pp after area standardization</a:t>
            </a:r>
          </a:p>
        </p:txBody>
      </p:sp>
      <p:sp>
        <p:nvSpPr>
          <p:cNvPr id="21" name="">
            <a:extLst xmlns:a="http://schemas.openxmlformats.org/drawingml/2006/main">
              <a:ext uri="{FF2B5EF4-FFF2-40B4-BE49-F238E27FC236}">
                <a16:creationId xmlns:a16="http://schemas.microsoft.com/office/drawing/2014/main" id="{DBF1BC51-C350-45A1-9078-3CC118EBC30C}"/>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EF578B85-964A-4E72-BAFC-D0D717A7CD15}"/>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Weakest labeled cell: icon × file, 36.1% (n=36)</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15122FA4-023B-4B18-9584-EFDFA7A2379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4645D45-7B82-4A4E-B34D-D5EA128A1CA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Area standardization uses 10 pooled target-area bins; application, action, density, aspect ratio, and label noise remain uncontrolled.</a:t>
            </a:r>
          </a:p>
        </p:txBody>
      </p:sp>
    </p:spTree>
    <p:extLst>
      <p:ext uri="{BB962C8B-B14F-4D97-AF65-F5344CB8AC3E}">
        <p14:creationId xmlns:p14="http://schemas.microsoft.com/office/powerpoint/2010/main" val="1539247906"/>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6C3888F-243D-4841-AF09-882E3B7F7E1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7C749CE6-A83F-40A2-A30A-AA60F70D52D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09124607-7B43-4844-94A8-D4BE0D0F855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24A5C5E-17ED-4C21-A4D9-A74C3D575DE9}"/>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CC626D32-B3D2-465A-AE21-976CCB87D4A4}"/>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93BCE679-088F-4009-A845-4207185E4E2D}"/>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67D339-9531-4910-BC1E-DA2D302EFA90}"/>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0504A8E9-431D-4523-9547-A18AB7E5F8A1}"/>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B8A9FA0E-C352-4792-B6BD-756B07C8CD43}"/>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E101B5D-DCB8-49CB-8734-7647FFCE94F1}"/>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DE57511C-92A8-40C3-9AB3-FC6AA847239C}"/>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72A6DC72-EAC8-4DD2-8B86-B7964B564D0F}"/>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834F5EEE-B824-4900-A1CA-EEC43BC174DC}"/>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9ED199-8880-45C8-902B-A8B912C87FC9}"/>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FE116EF-863A-4F29-BD96-1C83E1A70672}"/>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003C36D4-F585-423A-A760-11AFAA4C302A}"/>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A3363F-94E4-4EFB-818B-DCCEAC69965D}"/>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332298BC-6CA5-4727-85ED-595684168EB6}"/>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61505330-9D91-48E1-94DA-67AF8939D820}"/>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AABDE9B7-4187-4085-AB51-43689020A57D}"/>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79BA94D-76B6-489E-BA18-D1BE211FCA8D}"/>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29443322-E8D4-495D-837F-0F6A2EF0E0C4}"/>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840F58B3-DCD1-4ACE-BCA7-07C8551B92DC}"/>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E31D7AB-03FD-4845-B382-E3050F22037D}"/>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7A671DA6-8E7D-45EE-A8BC-4958172A304C}"/>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32CA50B2-9F41-45CA-9D1E-F45374CA3556}"/>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DC61754F-FFEB-46EF-9842-3951ACD4B7CB}"/>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7F630C1-3FEC-4EB1-BC30-2880E1F2D6F1}"/>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5C808850-B342-4A02-9E11-C2888AD98081}"/>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FD3665CA-2E64-45B5-917C-22E6599AD7B8}"/>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FA08F721-BB23-4ECB-9C69-91E46CE000DB}"/>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C1DD242C-059B-47A7-95D4-A0BF7A246678}"/>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1DB576F3-C1EA-4ABA-B7AB-C33A9330E62C}"/>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32387B4E-BCE1-40ED-87C2-1D6404510691}"/>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220E9C48-5650-4EC4-9058-1577C83F16B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1C5F222-8652-482F-8908-6DF703EBC43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82583204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630A1EB-7F21-40DB-BB71-2041BF03319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1333C7E3-D0B1-4284-AB12-B91C70615DE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Same-image controls reveal the selected template</a:t>
            </a:r>
          </a:p>
        </p:txBody>
      </p:sp>
      <p:sp>
        <p:nvSpPr>
          <p:cNvPr id="3" name="">
            <a:extLst xmlns:a="http://schemas.openxmlformats.org/drawingml/2006/main">
              <a:ext uri="{FF2B5EF4-FFF2-40B4-BE49-F238E27FC236}">
                <a16:creationId xmlns:a16="http://schemas.microsoft.com/office/drawing/2014/main" id="{D466D483-E7DF-4C4D-9144-3AF4885FEA5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5D3EDAB5-6A60-4277-98B1-FE56E91A616E}"/>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8615D0CB-A4AC-4F62-BE2B-63E8B461A2DC}"/>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625BEE5-2E13-4C4D-BE23-B90138BF9C6E}"/>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1a9513430244c0a"/>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8AFD883D-F0A1-4F63-8FB8-26D48967EED3}"/>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29ecd21591d43df"/>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3AC64E3C-2718-4D3A-A2F8-B89AE1D7889E}"/>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640AFC63-D60F-4106-8F1B-BAE13302CC05}"/>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C34857-707A-4A47-9153-E44F97990A6E}"/>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1CEAD752-7C98-4257-A5E6-355D082E7B8C}"/>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7E5F9D-CEE5-42B8-BB48-F428FD55281A}"/>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C53342DC-473E-4B96-8318-1CE88069304D}"/>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D32B7CCE-927C-43A4-A56E-AC58D22858FF}"/>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3155C5-9644-4638-AE22-6CD8FEF130D6}"/>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3ED75BE9-E1B2-47BB-B2BE-274DB556E4BE}"/>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F7703D86-DE30-433E-A979-6FF60FC6ED54}"/>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1E1274B6-22D6-4F0E-9B7E-B9D5F015D7F6}"/>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847BAB71-123D-4EF9-BEDE-2BBDF88C0415}"/>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A3FD48E-BE43-42A7-A0BE-6CCC23B07EDF}"/>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2138284A-4789-48F7-9EEE-E45DFE40098D}"/>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B95936D7-A0B1-4361-AD3D-BBD180233E2D}"/>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DC4E3337-D18F-47C1-AFEE-7BB124972475}"/>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1DBD7FE0-F188-41CA-A65C-B53CE002CCCA}"/>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0F071FC-4035-4625-87FF-DCB7591345AE}"/>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92AF5006-2B8F-46A7-AC73-265CBC7B5DE1}"/>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77959EDD-A54C-4DA1-9085-900B7554DF2F}"/>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4832B91B-8E4F-423F-8CAE-225FF79F4C79}"/>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10F47BDD-CB62-49DD-A625-D61BA908EF3D}"/>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E34FE4F-06FE-4465-88C4-2E784EDB7C89}"/>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2AAFB566-D8CD-4EE9-9C50-8A03E5D9CE27}"/>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A94C5D8F-C909-470B-A0CF-5BDF99ED5945}"/>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4F355393-DC3C-4149-AA7C-DC91D3401E6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9B8B048-2828-47DF-905D-370837D0A34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210081995"/>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5F6249-411D-4BA9-8352-9A94310980B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A88B6754-4E26-4095-82D6-2BAD3F4CAFB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1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map reaches the task region but misses the New Slide control</a:t>
            </a:r>
          </a:p>
        </p:txBody>
      </p:sp>
      <p:sp>
        <p:nvSpPr>
          <p:cNvPr id="3" name="">
            <a:extLst xmlns:a="http://schemas.openxmlformats.org/drawingml/2006/main">
              <a:ext uri="{FF2B5EF4-FFF2-40B4-BE49-F238E27FC236}">
                <a16:creationId xmlns:a16="http://schemas.microsoft.com/office/drawing/2014/main" id="{E06CB470-DE8C-44D3-BCAD-E78BBD3F99A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DB5E0EB-C1E3-4F6D-AF4C-70D6444D9F27}"/>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CFC8AAAC-7123-4821-932E-0D939441F330}"/>
              </a:ext>
            </a:extLst>
          </p:cNvPr>
          <p:cNvSpPr>
            <a:spLocks xmlns:a="http://schemas.openxmlformats.org/drawingml/2006/main" noGrp="1"/>
          </p:cNvSpPr>
          <p:nvPr/>
        </p:nvSpPr>
        <p:spPr>
          <a:xfrm xmlns:a="http://schemas.openxmlformats.org/drawingml/2006/main">
            <a:off x="5314950" y="115252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3B20C3-20F6-48FC-B729-D8B83622AB9B}"/>
              </a:ext>
            </a:extLst>
          </p:cNvPr>
          <p:cNvSpPr>
            <a:spLocks xmlns:a="http://schemas.openxmlformats.org/drawingml/2006/main" noGrp="1"/>
          </p:cNvSpPr>
          <p:nvPr/>
        </p:nvSpPr>
        <p:spPr>
          <a:xfrm xmlns:a="http://schemas.openxmlformats.org/drawingml/2006/main">
            <a:off x="5410200" y="117157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2b0c89a243240ed"/>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6B2CCEFC-2DB3-4151-B6D0-F272136D3B0A}"/>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DBC4CCAC-1B97-4E15-B863-70F56969B625}"/>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1A4449-2FD6-4D11-A017-8E968D7127F2}"/>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6E81CE-1048-46F3-A5AF-CC23AC296B96}"/>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577E8353-73C7-41B2-A22F-59C112908CF1}"/>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3" name="">
            <a:extLst xmlns:a="http://schemas.openxmlformats.org/drawingml/2006/main">
              <a:ext uri="{FF2B5EF4-FFF2-40B4-BE49-F238E27FC236}">
                <a16:creationId xmlns:a16="http://schemas.microsoft.com/office/drawing/2014/main" id="{C31C5E56-9A40-4ADD-870F-785F4A2C14EA}"/>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4" name="">
            <a:extLst xmlns:a="http://schemas.openxmlformats.org/drawingml/2006/main">
              <a:ext uri="{FF2B5EF4-FFF2-40B4-BE49-F238E27FC236}">
                <a16:creationId xmlns:a16="http://schemas.microsoft.com/office/drawing/2014/main" id="{B709217B-9F08-4750-91D6-CC7F02EA696B}"/>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68C9FEC-9780-492A-ADDB-2D6B2F5C90B2}"/>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6" name="">
            <a:extLst xmlns:a="http://schemas.openxmlformats.org/drawingml/2006/main">
              <a:ext uri="{FF2B5EF4-FFF2-40B4-BE49-F238E27FC236}">
                <a16:creationId xmlns:a16="http://schemas.microsoft.com/office/drawing/2014/main" id="{5C819184-5170-4443-BB28-032A9B163D6C}"/>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7" name="">
            <a:extLst xmlns:a="http://schemas.openxmlformats.org/drawingml/2006/main">
              <a:ext uri="{FF2B5EF4-FFF2-40B4-BE49-F238E27FC236}">
                <a16:creationId xmlns:a16="http://schemas.microsoft.com/office/drawing/2014/main" id="{50468C80-0827-4222-82B4-8BF06C4CBD61}"/>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8" name="">
            <a:extLst xmlns:a="http://schemas.openxmlformats.org/drawingml/2006/main">
              <a:ext uri="{FF2B5EF4-FFF2-40B4-BE49-F238E27FC236}">
                <a16:creationId xmlns:a16="http://schemas.microsoft.com/office/drawing/2014/main" id="{1E598BF0-78E3-4CC3-A315-EE960B572F91}"/>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9" name="">
            <a:extLst xmlns:a="http://schemas.openxmlformats.org/drawingml/2006/main">
              <a:ext uri="{FF2B5EF4-FFF2-40B4-BE49-F238E27FC236}">
                <a16:creationId xmlns:a16="http://schemas.microsoft.com/office/drawing/2014/main" id="{668A365C-BF6A-4E4B-9BE8-844B7E7DA206}"/>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Attention reaches the task region, while precise target binding remains off-control.</a:t>
            </a:r>
          </a:p>
        </p:txBody>
      </p:sp>
      <p:sp>
        <p:nvSpPr>
          <p:cNvPr id="20" name="">
            <a:extLst xmlns:a="http://schemas.openxmlformats.org/drawingml/2006/main">
              <a:ext uri="{FF2B5EF4-FFF2-40B4-BE49-F238E27FC236}">
                <a16:creationId xmlns:a16="http://schemas.microsoft.com/office/drawing/2014/main" id="{200041B1-0AA2-4644-A90D-F8DCA2F6A84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BDE1B63-D0D5-46FC-A8FA-F54B2AB1E9B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85311951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8609B7E-E55C-46A0-A90A-B1C876BFA3E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3DC72DA0-5F07-446A-BB27-ED42AC11661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Target-card saliency persists, but the click misses</a:t>
            </a:r>
          </a:p>
        </p:txBody>
      </p:sp>
      <p:sp>
        <p:nvSpPr>
          <p:cNvPr id="3" name="">
            <a:extLst xmlns:a="http://schemas.openxmlformats.org/drawingml/2006/main">
              <a:ext uri="{FF2B5EF4-FFF2-40B4-BE49-F238E27FC236}">
                <a16:creationId xmlns:a16="http://schemas.microsoft.com/office/drawing/2014/main" id="{E8CFB489-EAD5-4D8C-AC7A-A48C38B29D6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ABC98CCD-3424-4B55-A853-A078BB0859A3}"/>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sp>
        <p:nvSpPr>
          <p:cNvPr id="5" name="">
            <a:extLst xmlns:a="http://schemas.openxmlformats.org/drawingml/2006/main">
              <a:ext uri="{FF2B5EF4-FFF2-40B4-BE49-F238E27FC236}">
                <a16:creationId xmlns:a16="http://schemas.microsoft.com/office/drawing/2014/main" id="{4E90DE5E-0973-4326-AE0B-C45D6FFAAA92}"/>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83DCF7-2054-4308-B323-0B879EB72920}"/>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CLICK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f513abd306a47de"/>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8" name="">
            <a:extLst xmlns:a="http://schemas.openxmlformats.org/drawingml/2006/main">
              <a:ext uri="{FF2B5EF4-FFF2-40B4-BE49-F238E27FC236}">
                <a16:creationId xmlns:a16="http://schemas.microsoft.com/office/drawing/2014/main" id="{3680AC00-4A07-4274-A065-43DBAA881ABE}"/>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7F7E000C-0A98-4D49-9126-6B793F396ABE}"/>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FD9601-EDFA-4E48-BF89-CE6EF3FEB7D3}"/>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48c45eb2a05b47b0"/>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2" name="">
            <a:extLst xmlns:a="http://schemas.openxmlformats.org/drawingml/2006/main">
              <a:ext uri="{FF2B5EF4-FFF2-40B4-BE49-F238E27FC236}">
                <a16:creationId xmlns:a16="http://schemas.microsoft.com/office/drawing/2014/main" id="{1DA6DC4B-E085-4302-B4E1-269769C7C290}"/>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EA13560-843A-4A87-8825-6390B0182FE9}"/>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254F59-F08E-48E7-BB88-BEBC4FE342A7}"/>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1e25044729b417f"/>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6" name="">
            <a:extLst xmlns:a="http://schemas.openxmlformats.org/drawingml/2006/main">
              <a:ext uri="{FF2B5EF4-FFF2-40B4-BE49-F238E27FC236}">
                <a16:creationId xmlns:a16="http://schemas.microsoft.com/office/drawing/2014/main" id="{9EE6E229-2609-485A-9F8A-00BAAA2DB9A5}"/>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BF09AAE-06DB-4401-9DFD-9C6496ADF5BC}"/>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D903B2-BCC7-4246-8507-5D58BB6793DE}"/>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4cf264f7f8be41b8"/>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20" name="">
            <a:extLst xmlns:a="http://schemas.openxmlformats.org/drawingml/2006/main">
              <a:ext uri="{FF2B5EF4-FFF2-40B4-BE49-F238E27FC236}">
                <a16:creationId xmlns:a16="http://schemas.microsoft.com/office/drawing/2014/main" id="{43DECF55-9B38-473F-8B6D-32AC09F222D3}"/>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A066AC10-A93A-482C-8713-552AB340A6D6}"/>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9C938CE-3444-4206-AA2C-B4AA9AFB1076}"/>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3" name="">
            <a:extLst xmlns:a="http://schemas.openxmlformats.org/drawingml/2006/main">
              <a:ext uri="{FF2B5EF4-FFF2-40B4-BE49-F238E27FC236}">
                <a16:creationId xmlns:a16="http://schemas.microsoft.com/office/drawing/2014/main" id="{AA160931-7779-46C8-874D-33C1A47C2726}"/>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76200">
            <a:solidFill>
              <a:srgbClr val="10151C"/>
            </a:solidFill>
          </a:ln>
        </p:spPr>
      </p:sp>
      <p:sp>
        <p:nvSpPr>
          <p:cNvPr id="24" name="">
            <a:extLst xmlns:a="http://schemas.openxmlformats.org/drawingml/2006/main">
              <a:ext uri="{FF2B5EF4-FFF2-40B4-BE49-F238E27FC236}">
                <a16:creationId xmlns:a16="http://schemas.microsoft.com/office/drawing/2014/main" id="{97346D74-5BB1-4E38-9C98-DD774DB49DE6}"/>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B22954FB-8D46-431D-8886-30CD8E91ACA9}"/>
              </a:ext>
            </a:extLst>
          </p:cNvPr>
          <p:cNvSpPr>
            <a:spLocks xmlns:a="http://schemas.openxmlformats.org/drawingml/2006/main" noGrp="1"/>
          </p:cNvSpPr>
          <p:nvPr/>
        </p:nvSpPr>
        <p:spPr>
          <a:xfrm xmlns:a="http://schemas.openxmlformats.org/drawingml/2006/main">
            <a:off x="10501313" y="1784509"/>
            <a:ext cx="419100" cy="762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A280E4E-EE06-4040-BDAB-06BA8EA71DD3}"/>
              </a:ext>
            </a:extLst>
          </p:cNvPr>
          <p:cNvSpPr>
            <a:spLocks xmlns:a="http://schemas.openxmlformats.org/drawingml/2006/main" noGrp="1"/>
          </p:cNvSpPr>
          <p:nvPr/>
        </p:nvSpPr>
        <p:spPr>
          <a:xfrm xmlns:a="http://schemas.openxmlformats.org/drawingml/2006/main">
            <a:off x="10672763" y="1613059"/>
            <a:ext cx="76200" cy="4191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7B6CD37-5F41-4D34-AD93-8B6493940A76}"/>
              </a:ext>
            </a:extLst>
          </p:cNvPr>
          <p:cNvSpPr>
            <a:spLocks xmlns:a="http://schemas.openxmlformats.org/drawingml/2006/main" noGrp="1"/>
          </p:cNvSpPr>
          <p:nvPr/>
        </p:nvSpPr>
        <p:spPr>
          <a:xfrm xmlns:a="http://schemas.openxmlformats.org/drawingml/2006/main">
            <a:off x="10501313" y="1808321"/>
            <a:ext cx="4191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29DFA38-4BC9-4E8F-A754-65DD4A4A069E}"/>
              </a:ext>
            </a:extLst>
          </p:cNvPr>
          <p:cNvSpPr>
            <a:spLocks xmlns:a="http://schemas.openxmlformats.org/drawingml/2006/main" noGrp="1"/>
          </p:cNvSpPr>
          <p:nvPr/>
        </p:nvSpPr>
        <p:spPr>
          <a:xfrm xmlns:a="http://schemas.openxmlformats.org/drawingml/2006/main">
            <a:off x="10696575" y="1613059"/>
            <a:ext cx="28575" cy="4191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F6224E1-D9E3-47D0-A687-494AA13117D1}"/>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EA67DEDF-3B7E-4D13-BDB5-9496BA53F82C}"/>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E203102-C65D-40E9-B31C-72E08C814095}"/>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2 TARGET-CARD LIFT</a:t>
            </a:r>
          </a:p>
        </p:txBody>
      </p:sp>
      <p:sp>
        <p:nvSpPr>
          <p:cNvPr id="32" name="">
            <a:extLst xmlns:a="http://schemas.openxmlformats.org/drawingml/2006/main">
              <a:ext uri="{FF2B5EF4-FFF2-40B4-BE49-F238E27FC236}">
                <a16:creationId xmlns:a16="http://schemas.microsoft.com/office/drawing/2014/main" id="{14D92E55-8EB6-4DEE-9FF4-1D453701945C}"/>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33" name="">
            <a:extLst xmlns:a="http://schemas.openxmlformats.org/drawingml/2006/main">
              <a:ext uri="{FF2B5EF4-FFF2-40B4-BE49-F238E27FC236}">
                <a16:creationId xmlns:a16="http://schemas.microsoft.com/office/drawing/2014/main" id="{0DAFE09A-022F-4316-911E-D548153E3678}"/>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target button at viewport edge</a:t>
            </a:r>
          </a:p>
        </p:txBody>
      </p:sp>
      <p:sp>
        <p:nvSpPr>
          <p:cNvPr id="34" name="">
            <a:extLst xmlns:a="http://schemas.openxmlformats.org/drawingml/2006/main">
              <a:ext uri="{FF2B5EF4-FFF2-40B4-BE49-F238E27FC236}">
                <a16:creationId xmlns:a16="http://schemas.microsoft.com/office/drawing/2014/main" id="{0C83F272-7AEE-4618-8BB0-A6C00E0C7DA5}"/>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8A8F75D4-64DB-4507-947A-40C553616EC2}"/>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77CE248-85E2-4ABF-8A35-9C9121EBF73C}"/>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3 TARGET-CARD LIFT</a:t>
            </a:r>
          </a:p>
        </p:txBody>
      </p:sp>
      <p:sp>
        <p:nvSpPr>
          <p:cNvPr id="37" name="">
            <a:extLst xmlns:a="http://schemas.openxmlformats.org/drawingml/2006/main">
              <a:ext uri="{FF2B5EF4-FFF2-40B4-BE49-F238E27FC236}">
                <a16:creationId xmlns:a16="http://schemas.microsoft.com/office/drawing/2014/main" id="{FBDC749E-8C7C-4148-9246-CF84939609B8}"/>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8" name="">
            <a:extLst xmlns:a="http://schemas.openxmlformats.org/drawingml/2006/main">
              <a:ext uri="{FF2B5EF4-FFF2-40B4-BE49-F238E27FC236}">
                <a16:creationId xmlns:a16="http://schemas.microsoft.com/office/drawing/2014/main" id="{08218816-8790-45F6-960E-73CDEDEAC8DE}"/>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current-frame prompt differential</a:t>
            </a:r>
          </a:p>
        </p:txBody>
      </p:sp>
      <p:sp>
        <p:nvSpPr>
          <p:cNvPr id="39" name="">
            <a:extLst xmlns:a="http://schemas.openxmlformats.org/drawingml/2006/main">
              <a:ext uri="{FF2B5EF4-FFF2-40B4-BE49-F238E27FC236}">
                <a16:creationId xmlns:a16="http://schemas.microsoft.com/office/drawing/2014/main" id="{9E4660FD-0453-4A74-A2DC-793A682378F9}"/>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40" name="">
            <a:extLst xmlns:a="http://schemas.openxmlformats.org/drawingml/2006/main">
              <a:ext uri="{FF2B5EF4-FFF2-40B4-BE49-F238E27FC236}">
                <a16:creationId xmlns:a16="http://schemas.microsoft.com/office/drawing/2014/main" id="{7EB6FBBC-D6CE-4CC5-861D-390F9AF26A42}"/>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3FE89D5-402C-4D60-BF2B-7AC07AB0295F}"/>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42" name="">
            <a:extLst xmlns:a="http://schemas.openxmlformats.org/drawingml/2006/main">
              <a:ext uri="{FF2B5EF4-FFF2-40B4-BE49-F238E27FC236}">
                <a16:creationId xmlns:a16="http://schemas.microsoft.com/office/drawing/2014/main" id="{94FAEB8C-E281-40C2-B6C4-D05B798B5A58}"/>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43" name="">
            <a:extLst xmlns:a="http://schemas.openxmlformats.org/drawingml/2006/main">
              <a:ext uri="{FF2B5EF4-FFF2-40B4-BE49-F238E27FC236}">
                <a16:creationId xmlns:a16="http://schemas.microsoft.com/office/drawing/2014/main" id="{3222DBA5-29AC-43C2-87AB-210A02DE83F4}"/>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44" name="">
            <a:extLst xmlns:a="http://schemas.openxmlformats.org/drawingml/2006/main">
              <a:ext uri="{FF2B5EF4-FFF2-40B4-BE49-F238E27FC236}">
                <a16:creationId xmlns:a16="http://schemas.microsoft.com/office/drawing/2014/main" id="{B8A870EE-50D6-4655-B957-EE7753F3EF5C}"/>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D6A0B8E-5E16-4E98-8D5D-5FA77FE94C5C}"/>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46" name="">
            <a:extLst xmlns:a="http://schemas.openxmlformats.org/drawingml/2006/main">
              <a:ext uri="{FF2B5EF4-FFF2-40B4-BE49-F238E27FC236}">
                <a16:creationId xmlns:a16="http://schemas.microsoft.com/office/drawing/2014/main" id="{8AFF2873-87E4-4232-AEE8-816A987270B6}"/>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641"/>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Target-card evidence persists across frames. Final control localization still fails.</a:t>
            </a:r>
          </a:p>
        </p:txBody>
      </p:sp>
      <p:sp>
        <p:nvSpPr>
          <p:cNvPr id="47" name="">
            <a:extLst xmlns:a="http://schemas.openxmlformats.org/drawingml/2006/main">
              <a:ext uri="{FF2B5EF4-FFF2-40B4-BE49-F238E27FC236}">
                <a16:creationId xmlns:a16="http://schemas.microsoft.com/office/drawing/2014/main" id="{566C1FF3-3F00-41C8-BDA2-5C8EE931F122}"/>
              </a:ext>
            </a:extLst>
          </p:cNvPr>
          <p:cNvSpPr>
            <a:spLocks xmlns:a="http://schemas.openxmlformats.org/drawingml/2006/main" noGrp="1"/>
          </p:cNvSpPr>
          <p:nvPr/>
        </p:nvSpPr>
        <p:spPr>
          <a:xfrm xmlns:a="http://schemas.openxmlformats.org/drawingml/2006/main">
            <a:off x="7620000" y="5219700"/>
            <a:ext cx="3562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Shifted-layout follow-up: £122 gets 4.12× causal lift vs 0.81× for £135, yet the malformed click still misses.</a:t>
            </a:r>
          </a:p>
        </p:txBody>
      </p:sp>
      <p:sp>
        <p:nvSpPr>
          <p:cNvPr id="48" name="">
            <a:extLst xmlns:a="http://schemas.openxmlformats.org/drawingml/2006/main">
              <a:ext uri="{FF2B5EF4-FFF2-40B4-BE49-F238E27FC236}">
                <a16:creationId xmlns:a16="http://schemas.microsoft.com/office/drawing/2014/main" id="{F4FE5CF6-087E-4C35-9E11-2ADBD635B2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BD0F482-DA15-41A8-A523-6AFEA722C5B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Resolution caveat: 1280×800 source → 640×384 vision raster → 20×12 merged-token map · button ≈ 1.6×1.0 token</a:t>
            </a:r>
          </a:p>
        </p:txBody>
      </p:sp>
    </p:spTree>
    <p:extLst>
      <p:ext uri="{BB962C8B-B14F-4D97-AF65-F5344CB8AC3E}">
        <p14:creationId xmlns:p14="http://schemas.microsoft.com/office/powerpoint/2010/main" val="1048276223"/>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B09EAA1-BE08-4B66-8B1B-40324724400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C61355FF-5E36-45B4-B44B-5167AD9CF3F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FF180C6A-D67B-41C7-8EC2-17A4224D588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ACF1BFE-8D7A-4CA9-8C5F-C9B498BFEF36}"/>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66E85324-CAFC-479C-A597-264EA15B36E8}"/>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C7EFF59B-1E65-486D-AB3B-31CB4005989C}"/>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6D9718B8-7833-4489-BD11-4CE854246F90}"/>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730B1C0-792D-49D6-AB8C-A3C572B57F51}"/>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9E8229-CE15-4628-8306-DB939601928D}"/>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B248C3D2-0547-4AA5-B769-301D93F08E05}"/>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D0058689-52E5-4301-83F2-7D90C3079C04}"/>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518446-06A5-4E43-9D98-9033412EA8B9}"/>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B2CBC4-A4A7-4496-81E3-7C56A03972C8}"/>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028439B3-6E21-41B2-B69B-36CAD4A6E88C}"/>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51E721F5-975B-4789-8F23-AD59CF2988BD}"/>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BEB91F-D195-4851-B35A-031478ADF59C}"/>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7A9D377-7F5C-43D0-B9F2-FA4776C8DC9D}"/>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8AAB6025-350F-40D2-B655-589BF7575EAA}"/>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266497B1-820C-449C-913A-1A95DC25A69C}"/>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02DF8FF-1BF9-4AA1-BE23-E4565325753C}"/>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64706E3-B113-4BCA-887E-FBB2B730C72E}"/>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8941FD2F-8227-48E9-AC0A-23310CD882B4}"/>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29699193-CAE3-4E5D-B2BA-96D05F729FCE}"/>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317E2CC-C2AE-4BBF-9409-EF8340891CE3}"/>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B4C709E-7AC5-4133-B97D-D5EC66DF7C7C}"/>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CDE8A257-ADCA-4497-B83C-D43A6E0D78E5}"/>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5CAD43A8-D2C6-41C2-9073-CDE83B0D0CB8}"/>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9151F20-E5DD-4114-8697-A205892C5F59}"/>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42889C3-68A9-4610-9CFA-93FD73A7F1DE}"/>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4559BDDB-8B86-424D-9887-437FBE375674}"/>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93BD1A05-7641-40A7-B574-F50222EBF61B}"/>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2C0164C-F812-48F9-91E6-C27EC62B41D2}"/>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BB37C0A-7839-470E-82BE-4C329C2192AC}"/>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D11DBB5C-6F09-4B73-8D71-F42641559554}"/>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29D0026B-3F24-4120-975D-8535C943DADE}"/>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CEA73CD-BA33-4274-909D-F23F3369D85A}"/>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B1BC437-0245-46AE-8AEF-B7A68291BCD7}"/>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5F3A3D18-BA09-4925-AE6D-72D069D2E29C}"/>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798246D-CF91-4B0C-B564-8C13795A4A4D}"/>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7C787AC5-A0BB-4D16-B534-8DA64AF57FCA}"/>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14E34958-C312-4CB0-8D42-FF286691791E}"/>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0977FB20-030F-4BB6-9EBE-21781910F58E}"/>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A63F0231-43AC-4006-98A8-A924233CDBA6}"/>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10A9909-F4B7-4338-A2D8-A8CB85278439}"/>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EA5EE51D-8CAA-4624-9D8C-1272FF8B0EB1}"/>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6AE85AF4-ED8A-4497-981A-DDBA5664164F}"/>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4602590E-6D40-460A-B474-5DFA522977C4}"/>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AE40F05E-7AAE-4897-B3DF-20038B2A4CB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D0AF763-04B8-49AD-95D0-DA601B6F3F4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939440758"/>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78D8C35-4A10-408B-A316-09FD1D33CD4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65E6D65F-28DA-4B88-B0D2-74062C77444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28FB4B0F-570B-4170-9697-385F5BE5583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DD8E205-ED04-4877-97D7-D55B1AEA33E4}"/>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c8cc775fbdf4848"/>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A3831F13-BE98-471E-9D89-6306481ABFDD}"/>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328055fca2e4b64"/>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763DC0B9-AD30-4552-A588-81E18C2437E5}"/>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8CBCE40-05FA-42F9-9715-737FDBF9A229}"/>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F0956D-8EFC-4059-8870-1A84E8BDB4FE}"/>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2809B10F-A1E1-4625-AAAE-4C24B881B63D}"/>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252271-826D-4E4A-A047-23FF8D0D9929}"/>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A307AAA9-58B1-4B8D-AA85-8D60250C5389}"/>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A2DC1D49-88E4-4F7B-8F8E-4D8E0DAFEBE7}"/>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BB25C139-FB34-49F6-8856-2C30A91916F0}"/>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7658DB3-6E04-4BBC-9452-D41CF1EEDB2B}"/>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D0495BE3-0163-4E20-BB74-FFF0C6211CB1}"/>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0D5FE12E-D10D-4542-AFF2-5190E9EE3F9C}"/>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CB35306F-3CE7-467B-9F67-AC9F59B3C327}"/>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1CAAD422-4C9A-4FCA-9D35-B775383562A7}"/>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B9F49843-D696-4A85-B1CF-C9344C6716D8}"/>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EFB8608-F0C0-4E67-9325-68E33797D3DF}"/>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732E8694-7CE4-4392-BCF2-C8879DEEC989}"/>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841492A7-ADC4-49D0-BF75-B91094BE48DF}"/>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BFCA9101-01E8-4BAF-AFA5-DFCA9E14A2DC}"/>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7AB85363-B045-4A3A-995B-14E80A86F157}"/>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B9C935A-0ED8-447B-A741-19074C4AF312}"/>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14EEA784-D108-4D78-8AFC-10E6FAF94095}"/>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B9749DBF-D161-4848-8833-5C6C314FC9B8}"/>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880DF03C-175E-4A05-894E-961760BC943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8CC7BCA-A1B1-474F-8F6A-2887B2D3C27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762204489"/>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CA882C5-9531-4EC5-9DE0-16A6A280C80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2474E79F-6B40-4ED2-9139-45B3C414047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828712FF-2B05-41E7-91D0-062C56ADCD5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28E3BC6-3543-4393-A8C3-394ABAF5E19A}"/>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10ADA384-4E8A-415F-88BC-161564F3FC9F}"/>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F1BFC331-23CB-4394-BFA5-EB95EBD341D3}"/>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2B34D20A-4440-4C70-B614-6AB104B56505}"/>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9479CB3E-F395-4A6F-8C43-45EBABDE0565}"/>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4037C6A3-C4FC-463D-A083-AA0BE8A1F81C}"/>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8"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9"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40"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1e47356f58d342e9"/>
          </a:graphicData>
        </a:graphic>
      </p:graphicFrame>
      <p:sp>
        <p:nvSpPr>
          <p:cNvPr id="13" name="">
            <a:extLst xmlns:a="http://schemas.openxmlformats.org/drawingml/2006/main">
              <a:ext uri="{FF2B5EF4-FFF2-40B4-BE49-F238E27FC236}">
                <a16:creationId xmlns:a16="http://schemas.microsoft.com/office/drawing/2014/main" id="{F23AF2E3-A108-4335-89E5-62CFDC98E309}"/>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C1581FF5-4A79-4132-BF8C-5013FB279902}"/>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B7794AB-E65A-4F66-A30A-881641903DEF}"/>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5A549E-678D-4BF9-A913-2B21B886ABEA}"/>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C281A8D0-0FD6-4567-8C77-A2478CED9084}"/>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F389E94F-A544-4010-8C11-4A615B8BCD0D}"/>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E0692CFF-0082-461E-B221-AA313C633868}"/>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7FB6C9FD-8140-4ADD-9805-F6D42EF4D87D}"/>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CD29F82D-412D-40C0-AE53-BA910F2DCA46}"/>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9AE73B4-3E0B-47C5-8F14-7787FF5B3DE0}"/>
              </a:ext>
            </a:extLst>
          </p:cNvPr>
          <p:cNvSpPr>
            <a:spLocks xmlns:a="http://schemas.openxmlformats.org/drawingml/2006/main" noGrp="1"/>
          </p:cNvSpPr>
          <p:nvPr/>
        </p:nvSpPr>
        <p:spPr>
          <a:xfrm xmlns:a="http://schemas.openxmlformats.org/drawingml/2006/main">
            <a:off x="8286750" y="4343400"/>
            <a:ext cx="11811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E3650CC-77AE-4061-BC1E-D1F967CC7D27}"/>
              </a:ext>
            </a:extLst>
          </p:cNvPr>
          <p:cNvSpPr>
            <a:spLocks xmlns:a="http://schemas.openxmlformats.org/drawingml/2006/main" noGrp="1"/>
          </p:cNvSpPr>
          <p:nvPr/>
        </p:nvSpPr>
        <p:spPr>
          <a:xfrm xmlns:a="http://schemas.openxmlformats.org/drawingml/2006/main">
            <a:off x="8382000" y="436245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DELTA LENS</a:t>
            </a:r>
          </a:p>
        </p:txBody>
      </p:sp>
      <p:sp>
        <p:nvSpPr>
          <p:cNvPr id="24" name="">
            <a:extLst xmlns:a="http://schemas.openxmlformats.org/drawingml/2006/main">
              <a:ext uri="{FF2B5EF4-FFF2-40B4-BE49-F238E27FC236}">
                <a16:creationId xmlns:a16="http://schemas.microsoft.com/office/drawing/2014/main" id="{D11DF3D1-01EC-409A-8B7A-5E82FED58746}"/>
              </a:ext>
            </a:extLst>
          </p:cNvPr>
          <p:cNvSpPr>
            <a:spLocks xmlns:a="http://schemas.openxmlformats.org/drawingml/2006/main" noGrp="1"/>
          </p:cNvSpPr>
          <p:nvPr/>
        </p:nvSpPr>
        <p:spPr>
          <a:xfrm xmlns:a="http://schemas.openxmlformats.org/drawingml/2006/main">
            <a:off x="8286750" y="476250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5 / 5</a:t>
            </a:r>
          </a:p>
        </p:txBody>
      </p:sp>
      <p:sp>
        <p:nvSpPr>
          <p:cNvPr id="25" name="">
            <a:extLst xmlns:a="http://schemas.openxmlformats.org/drawingml/2006/main">
              <a:ext uri="{FF2B5EF4-FFF2-40B4-BE49-F238E27FC236}">
                <a16:creationId xmlns:a16="http://schemas.microsoft.com/office/drawing/2014/main" id="{61E30E10-B67F-48B5-81A7-A11B188160CA}"/>
              </a:ext>
            </a:extLst>
          </p:cNvPr>
          <p:cNvSpPr>
            <a:spLocks xmlns:a="http://schemas.openxmlformats.org/drawingml/2006/main" noGrp="1"/>
          </p:cNvSpPr>
          <p:nvPr/>
        </p:nvSpPr>
        <p:spPr>
          <a:xfrm xmlns:a="http://schemas.openxmlformats.org/drawingml/2006/main">
            <a:off x="9334500" y="476250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5E2B8"/>
                </a:solidFill>
                <a:latin typeface="Helvetica Neue"/>
                <a:ea typeface="Helvetica Neue"/>
                <a:cs typeface="Helvetica Neue"/>
              </a:defRPr>
            </a:pPr>
            <a:r>
              <a:rPr sz="1125" b="1">
                <a:solidFill>
                  <a:srgbClr val="F5E2B8"/>
                </a:solidFill>
                <a:latin typeface="Helvetica Neue"/>
                <a:ea typeface="Helvetica Neue"/>
                <a:cs typeface="Helvetica Neue"/>
              </a:rPr>
              <a:t>ScreenSpot probes shift toward the oracle</a:t>
            </a:r>
          </a:p>
        </p:txBody>
      </p:sp>
      <p:sp>
        <p:nvSpPr>
          <p:cNvPr id="26" name="">
            <a:extLst xmlns:a="http://schemas.openxmlformats.org/drawingml/2006/main">
              <a:ext uri="{FF2B5EF4-FFF2-40B4-BE49-F238E27FC236}">
                <a16:creationId xmlns:a16="http://schemas.microsoft.com/office/drawing/2014/main" id="{A8958715-3205-41C6-BBA0-7AC83A3228B9}"/>
              </a:ext>
            </a:extLst>
          </p:cNvPr>
          <p:cNvSpPr>
            <a:spLocks xmlns:a="http://schemas.openxmlformats.org/drawingml/2006/main" noGrp="1"/>
          </p:cNvSpPr>
          <p:nvPr/>
        </p:nvSpPr>
        <p:spPr>
          <a:xfrm xmlns:a="http://schemas.openxmlformats.org/drawingml/2006/main">
            <a:off x="8286750" y="520065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Mean final shift: +1.14 nats/token. 3 cross zero.</a:t>
            </a:r>
          </a:p>
        </p:txBody>
      </p:sp>
      <p:sp>
        <p:nvSpPr>
          <p:cNvPr id="27" name="">
            <a:extLst xmlns:a="http://schemas.openxmlformats.org/drawingml/2006/main">
              <a:ext uri="{FF2B5EF4-FFF2-40B4-BE49-F238E27FC236}">
                <a16:creationId xmlns:a16="http://schemas.microsoft.com/office/drawing/2014/main" id="{12714AE7-F983-469F-B6EA-9C3ED4C33F0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C1EFEB9-89FC-473E-B126-DD03AE1E74A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1539281537"/>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8CB492D-FE46-4C2F-B0AC-42F3DB201FD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726460CC-AD54-4C0C-A476-BB104221398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D473CE3E-1EF0-4ABC-8C89-C09AEA157E6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4E0189A7-D4EA-428B-8029-F38E37FD3B9A}"/>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BA320F61-73F9-4708-B4B6-BA1BBCD588E7}"/>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690CD0-C029-4D1F-A784-25C6D9CA4E77}"/>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69EAD718-A8B9-4C2A-B7AA-E07681A718DC}"/>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F9CF84-FBCF-4D8C-A387-B9A7233BCB16}"/>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B8F3D031-8CDC-40E9-9073-60EE9E43F0CD}"/>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0EE2E6D3-AE81-47B7-9071-B4214C48D28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FBBB5DC2-09DF-4126-93EF-98315926A425}"/>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1C8B784-309F-4EB5-B78E-76EEF1CEABE1}"/>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D1110CF-6669-43C8-A1A7-B48EE1A46FA5}"/>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043D9FA-BFBF-4906-8F60-A17B95F420F2}"/>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1B227F42-8B6E-428F-A1F7-FF153116C024}"/>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983BA2A5-59DC-4374-8661-EBF275CA6F3E}"/>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FED4FEAB-0B73-42C3-B314-B74CD8E0F2DE}"/>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53AF64-F906-486F-BF46-669D34EA5984}"/>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27A239F7-EF4A-4D47-8226-A9115E929A16}"/>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3BEBF2D-77A4-4F96-BD60-6693F4E74E18}"/>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43DA1F49-9FB2-41F1-9F43-9ED358C12FD8}"/>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9BE4519D-0FDA-4EA9-BC27-31844792259C}"/>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278DA682-09A2-4CD1-B317-E89542DA42BF}"/>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B8D2269-C398-4611-A767-1DD2DB8B39AA}"/>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4DB89216-7F56-48BC-A0E9-ED54B5C006EC}"/>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1D92A4F-2940-4CC9-9DBC-E6D74BE0AC14}"/>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E09BBCCD-8F80-4611-8F45-A53777EDE8D4}"/>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20DBD708-B1E8-489A-9B1C-AD6B2ECF7BB4}"/>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EEF45F0-E970-43CB-BA76-D3C2EA7CBCCA}"/>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434B303D-2596-43E6-9799-72A30C941120}"/>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E62DB63F-B4C7-4938-B4B2-204A90506EF4}"/>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131F63F0-82C1-4218-B30B-2B343E96299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49EE462-308A-46D8-BC8B-1E16BEBB040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811864461"/>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5F91C99-BAF8-425E-ADB7-A9581994469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45F355FF-A84E-4E7B-B910-170F7E590DF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0F8F3498-09AA-416C-A650-AFA288BB4F6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F3EF062B-361A-430B-8E3E-6A0AFACDA84A}"/>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52091B-15A1-4E43-8821-3CB01DE801D5}"/>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F4501FA-74C1-47EE-A870-27217AF71E85}"/>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58178516-4337-47F5-AF51-3A14010933E8}"/>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BBE4C066-92B4-466A-A2BF-19FDDC3D3D54}"/>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81C223-E410-4255-B5E7-FE433ED522FD}"/>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C2590749-24A0-4B22-8A9C-FF1B2F670837}"/>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57C5AE2E-2418-434A-8F20-B17CB3DB4730}"/>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17BC958A-C0E1-4C7C-B695-AD90B90D91F4}"/>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C5CF95-2985-4D1D-9363-30B3E3635A42}"/>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CFEEF9A7-3777-4B32-B7DB-3CD4CFB7F075}"/>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C9D41CAE-39AF-4B3E-AEC0-61FB6406EA95}"/>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BE986F4C-5DC6-4793-9486-E5E7BEC85E29}"/>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FA60C37-1D42-4325-B37F-C4F4180AAEA7}"/>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B6BB52F0-CB49-4C85-BD36-857D733F0E17}"/>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07B93E2-C078-430B-9455-168661FB471B}"/>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EA85877A-F709-40EE-AF6F-DBC00085CF58}"/>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5907F106-0167-46A6-B925-D86B6E575A0B}"/>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A9DA1B73-7720-410C-9A00-5B41ED73BF14}"/>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ED36E21-B393-4CB9-AF26-7507A4386E60}"/>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C5D5E57A-F67E-412B-92EF-758FDCC0E9CF}"/>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5E6CC0E1-166B-46FE-9EF9-7AF7EACE7A42}"/>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29E8C93D-FFEF-4205-B4AF-A9D035B48A09}"/>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A03725D-464E-4D32-9E37-B3249D4389AD}"/>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0567A5CC-5895-4AB9-9F4A-F01B954044C2}"/>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E8527686-2BE3-4317-A60D-2D2BE98A6AD9}"/>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5F213914-8F27-44F4-9917-697AD525AF6A}"/>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450F392-C721-4D60-93F3-86EA227645EA}"/>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A25AF677-338D-413D-A422-6C6A56644866}"/>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1152A726-2EA0-4764-8FD2-ED30C54BD9B5}"/>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5DC78B3F-4153-4E1B-928E-D852A2FDDBFF}"/>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04A2431-9397-414A-911A-3A551B619FBC}"/>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DFAEA052-0763-4AB1-81D5-0F039A83270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85D929E-5750-4FE0-A510-3724D25CDB9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971739811"/>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658594-043B-4ABE-9BBA-26A33AC98DB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354A4F36-E40E-4F4E-9122-712A9AD9B8F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FA47F8C-F679-4FB1-A10A-94344BB8FF4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5752EE28-C11A-465E-B1A0-0CEC615FB90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07F7B445-33D4-47BC-A994-BEBBC552A10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1C07D0-C96E-4A22-85AD-4F72612DF0E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20962511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2026-09-21T14:57:03.3330000Z</dcterms:created>
  <dcterms:modified xsi:type="dcterms:W3CDTF">2026-09-21T14:57:03.3330000Z</dcterms:modified>
</coreProperties>
</file>