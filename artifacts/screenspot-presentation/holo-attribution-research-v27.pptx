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86be8be8df54b99" /><Relationship Type="http://schemas.openxmlformats.org/officeDocument/2006/relationships/extended-properties" Target="/docProps/app.xml" Id="R538a127d09e64548" /><Relationship Type="http://schemas.openxmlformats.org/officeDocument/2006/relationships/officeDocument" Target="/ppt/presentation.xml" Id="Rec94b5e41b274bf9" /></Relationships>
</file>

<file path=ppt/presentation.xml><?xml version="1.0" encoding="utf-8"?>
<p:presentation xmlns:p="http://schemas.openxmlformats.org/presentationml/2006/main">
  <p:sldMasterIdLst>
    <p:sldMasterId xmlns:r="http://schemas.openxmlformats.org/officeDocument/2006/relationships" id="2147483648" r:id="R98e054f2ebdc4c52"/>
  </p:sldMasterIdLst>
  <p:notesMasterIdLst>
    <p:notesMasterId xmlns:r="http://schemas.openxmlformats.org/officeDocument/2006/relationships" r:id="Reaa48860e398427e"/>
  </p:notesMasterIdLst>
  <p:sldIdLst>
    <p:sldId xmlns:r="http://schemas.openxmlformats.org/officeDocument/2006/relationships" id="256" r:id="R92ee849cc1a34cc3"/>
    <p:sldId xmlns:r="http://schemas.openxmlformats.org/officeDocument/2006/relationships" id="257" r:id="Reab51e0255124809"/>
    <p:sldId xmlns:r="http://schemas.openxmlformats.org/officeDocument/2006/relationships" id="258" r:id="Rd5b80c6e4503456a"/>
    <p:sldId xmlns:r="http://schemas.openxmlformats.org/officeDocument/2006/relationships" id="259" r:id="Re35facdad18c421d"/>
    <p:sldId xmlns:r="http://schemas.openxmlformats.org/officeDocument/2006/relationships" id="260" r:id="R6cc8ecbb95694d4c"/>
    <p:sldId xmlns:r="http://schemas.openxmlformats.org/officeDocument/2006/relationships" id="261" r:id="Rb6c9c0dcdf43423c"/>
    <p:sldId xmlns:r="http://schemas.openxmlformats.org/officeDocument/2006/relationships" id="262" r:id="R54889c3bef2243e6"/>
    <p:sldId xmlns:r="http://schemas.openxmlformats.org/officeDocument/2006/relationships" id="263" r:id="Re324361a9b5d4393"/>
    <p:sldId xmlns:r="http://schemas.openxmlformats.org/officeDocument/2006/relationships" id="264" r:id="R0f4eb3b2353f4cf0"/>
    <p:sldId xmlns:r="http://schemas.openxmlformats.org/officeDocument/2006/relationships" id="265" r:id="R567b4ffd7b2b4462"/>
    <p:sldId xmlns:r="http://schemas.openxmlformats.org/officeDocument/2006/relationships" id="266" r:id="R4411993afd4d4307"/>
    <p:sldId xmlns:r="http://schemas.openxmlformats.org/officeDocument/2006/relationships" id="267" r:id="R4c2ef54fb7ae48c3"/>
    <p:sldId xmlns:r="http://schemas.openxmlformats.org/officeDocument/2006/relationships" id="268" r:id="R37344d428e934df8"/>
    <p:sldId xmlns:r="http://schemas.openxmlformats.org/officeDocument/2006/relationships" id="269" r:id="R78b26426f7e44079"/>
    <p:sldId xmlns:r="http://schemas.openxmlformats.org/officeDocument/2006/relationships" id="270" r:id="R1b5aa03bb3a949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dac311655c490f" /><Relationship Type="http://schemas.openxmlformats.org/officeDocument/2006/relationships/slideMaster" Target="/ppt/slideMasters/slideMaster1.xml" Id="R98e054f2ebdc4c52" /><Relationship Type="http://schemas.openxmlformats.org/officeDocument/2006/relationships/notesMaster" Target="/ppt/notesMasters/notesMaster1.xml" Id="Reaa48860e398427e" /><Relationship Type="http://schemas.openxmlformats.org/officeDocument/2006/relationships/presProps" Target="/ppt/presProps.xml" Id="R9ca609cd78984c2b" /><Relationship Type="http://schemas.openxmlformats.org/officeDocument/2006/relationships/tableStyles" Target="/ppt/tableStyles.xml" Id="R50bcbe23b64c4591" /><Relationship Type="http://schemas.openxmlformats.org/officeDocument/2006/relationships/slide" Target="/ppt/slides/slide1.xml" Id="R92ee849cc1a34cc3" /><Relationship Type="http://schemas.openxmlformats.org/officeDocument/2006/relationships/slide" Target="/ppt/slides/slide2.xml" Id="Reab51e0255124809" /><Relationship Type="http://schemas.openxmlformats.org/officeDocument/2006/relationships/slide" Target="/ppt/slides/slide3.xml" Id="Rd5b80c6e4503456a" /><Relationship Type="http://schemas.openxmlformats.org/officeDocument/2006/relationships/slide" Target="/ppt/slides/slide4.xml" Id="Re35facdad18c421d" /><Relationship Type="http://schemas.openxmlformats.org/officeDocument/2006/relationships/slide" Target="/ppt/slides/slide5.xml" Id="R6cc8ecbb95694d4c" /><Relationship Type="http://schemas.openxmlformats.org/officeDocument/2006/relationships/slide" Target="/ppt/slides/slide6.xml" Id="Rb6c9c0dcdf43423c" /><Relationship Type="http://schemas.openxmlformats.org/officeDocument/2006/relationships/slide" Target="/ppt/slides/slide7.xml" Id="R54889c3bef2243e6" /><Relationship Type="http://schemas.openxmlformats.org/officeDocument/2006/relationships/slide" Target="/ppt/slides/slide8.xml" Id="Re324361a9b5d4393" /><Relationship Type="http://schemas.openxmlformats.org/officeDocument/2006/relationships/slide" Target="/ppt/slides/slide9.xml" Id="R0f4eb3b2353f4cf0" /><Relationship Type="http://schemas.openxmlformats.org/officeDocument/2006/relationships/slide" Target="/ppt/slides/slide10.xml" Id="R567b4ffd7b2b4462" /><Relationship Type="http://schemas.openxmlformats.org/officeDocument/2006/relationships/slide" Target="/ppt/slides/slide11.xml" Id="R4411993afd4d4307" /><Relationship Type="http://schemas.openxmlformats.org/officeDocument/2006/relationships/slide" Target="/ppt/slides/slide12.xml" Id="R4c2ef54fb7ae48c3" /><Relationship Type="http://schemas.openxmlformats.org/officeDocument/2006/relationships/slide" Target="/ppt/slides/slide13.xml" Id="R37344d428e934df8" /><Relationship Type="http://schemas.openxmlformats.org/officeDocument/2006/relationships/slide" Target="/ppt/slides/slide14.xml" Id="R78b26426f7e44079" /><Relationship Type="http://schemas.openxmlformats.org/officeDocument/2006/relationships/slide" Target="/ppt/slides/slide15.xml" Id="R1b5aa03bb3a949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bc7e0527a04c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e98ad3036b47df" /><Relationship Type="http://schemas.openxmlformats.org/officeDocument/2006/relationships/notesMaster" Target="/ppt/notesMasters/notesMaster1.xml" Id="Rc987b34174584f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3193ec978b4ad2" /><Relationship Type="http://schemas.openxmlformats.org/officeDocument/2006/relationships/notesMaster" Target="/ppt/notesMasters/notesMaster1.xml" Id="Re28fc0530b4743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aa4fc090ee45f8" /><Relationship Type="http://schemas.openxmlformats.org/officeDocument/2006/relationships/notesMaster" Target="/ppt/notesMasters/notesMaster1.xml" Id="R643cac9f071049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52113a0f8e4c7d" /><Relationship Type="http://schemas.openxmlformats.org/officeDocument/2006/relationships/notesMaster" Target="/ppt/notesMasters/notesMaster1.xml" Id="R04a0f8be40e14b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7689a638a34c26" /><Relationship Type="http://schemas.openxmlformats.org/officeDocument/2006/relationships/notesMaster" Target="/ppt/notesMasters/notesMaster1.xml" Id="R648b92813e5042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8fc1b26c354a4d" /><Relationship Type="http://schemas.openxmlformats.org/officeDocument/2006/relationships/notesMaster" Target="/ppt/notesMasters/notesMaster1.xml" Id="R4d4ef927e7a245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97ab50d2424328" /><Relationship Type="http://schemas.openxmlformats.org/officeDocument/2006/relationships/notesMaster" Target="/ppt/notesMasters/notesMaster1.xml" Id="R20202c99e2e940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0b67da22b74917" /><Relationship Type="http://schemas.openxmlformats.org/officeDocument/2006/relationships/notesMaster" Target="/ppt/notesMasters/notesMaster1.xml" Id="R6e6d48f3044e41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9a7210ffda45ec" /><Relationship Type="http://schemas.openxmlformats.org/officeDocument/2006/relationships/notesMaster" Target="/ppt/notesMasters/notesMaster1.xml" Id="R0be44ac0464b49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79976bc1154db2" /><Relationship Type="http://schemas.openxmlformats.org/officeDocument/2006/relationships/notesMaster" Target="/ppt/notesMasters/notesMaster1.xml" Id="R7f215c6ab1a548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986493fb644a8a" /><Relationship Type="http://schemas.openxmlformats.org/officeDocument/2006/relationships/notesMaster" Target="/ppt/notesMasters/notesMaster1.xml" Id="Rad6f6f4c12304f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d18f4ee9904f58" /><Relationship Type="http://schemas.openxmlformats.org/officeDocument/2006/relationships/notesMaster" Target="/ppt/notesMasters/notesMaster1.xml" Id="Rc570441f5cda45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43ef09c52b4ac5" /><Relationship Type="http://schemas.openxmlformats.org/officeDocument/2006/relationships/notesMaster" Target="/ppt/notesMasters/notesMaster1.xml" Id="R8590e667552445b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6ce8946b4d4736" /><Relationship Type="http://schemas.openxmlformats.org/officeDocument/2006/relationships/notesMaster" Target="/ppt/notesMasters/notesMaster1.xml" Id="R501dbb9a8b1744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b0e73e212a4aa2" /><Relationship Type="http://schemas.openxmlformats.org/officeDocument/2006/relationships/notesMaster" Target="/ppt/notesMasters/notesMaster1.xml" Id="R397dbf34811f4e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2:55–4:05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4:05–5:05 — This slide establishes the measurement we use from here onward.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5:05–6:00 — From this point, headline the same-image instruction differential rather than raw attention. The differential favors the top-left slide and ribbon region, yet its peak is on the slide thumbnail and the click lands there. The target itself is only 0.074% of the frame. This is compatible with fine-grained binding or localization failure after coarse semantic routing. Source: data/attributions/screenspot-powerpoint_windows_48/analysis.json.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6:00–7:10 — Every probe receives the identical four screenshots and identical three-scroll action history. Only the requested click target changes. We normalize each request across every patch in all four frames, average three usable control maps, then subtract. The cheapest hotel button has 2.78× lift when it first appears at the bottom of frame 2 and 8.59× in the current frame. Yet the peak stays outside the button and Holo clicks (960,120), on the Signal Quay card rather than View details. Resolution is an important confound: after patch merging, this 105×65-pixel control spans only about 1.6×1.0 visual tokens, so coarse retrieval can survive while precise binding degrades. The four-frame history and longer prompt also co-vary, so this case does not isolate resolution causally. In a separate single-frame diagnostic, frozen item test-0035 moves the price column from roughly 80% to 58% of viewport width and enlarges the UI. The £122 target price receives 4.12× causal previous-token lift for x versus 0.81× on the £135 runner-up; y is 4.01× versus 0.91×. Holo still emits malformed, off-target coordinates. This supports position-robust price selection but is not a same-image prompt-baseline proof. Three controls are included in the multi-frame map; one is excluded because generation omitted a y span. LOO cosine is 0.898 mean / 0.769 minimum. Sources: data/attributions/hotel-cheapest-multiframe-contrast/analysis.json and data/attributions/hotel-test-0035-large-ui-final/target-viewer/viewer.html.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7:10–8:15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8:15–9:05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9:05–10:00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leads with those three contrasts; the distractor and MLP probes remain in the secondary line.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10:00–11:05 — This is the standalone fine-tuning comparison. The layer chart teacher-forces identical oracle and distractor action tokens through the official Qwen3.5-4B base and Holo3.1-4B, using the same Holo processor, prompts, image order, and action suffixes. All five ScreenSpot probes end with a positive Holo-minus-Qwen oracle-margin shift, averaging 1.14 nats per scored token; three cross from a negative base margin to a positive Holo margin. The hotel final click ends at +0.37 nats per token, while earlier hotel steps are mixed. The top triptych is a separate paired instruction-control diagnostic on powerpoint_windows_59. Each checkpoint sees the same native-resolution screenshot and official localization prompt for the target plus four visible alternate tasks: blank presentation, Scientific discovery, Animal magnetism, and the template search box. Every task uses an independently image-derived oracle coordinate, so neither model's rollout selects a control target. We separately L1-normalize the five value-norm maps, subtract the mean control map from the target map within each checkpoint, then subtract Qwen from Holo. The target-minus-control mass is 13.15 percentage points for Qwen and 12.37 for Holo, so the paired Holo-minus-Qwen change is −0.78 point. Leave-one-control-out cosine remains at least 0.949 for Qwen and 0.950 for Holo. Raw attention again moves in the opposite direction at +1.36 points. This one case supports a fine-tuning shift in action preference, but not stronger value-weighted target grounding. In the three-frame hotel prompt, Holo moves value-norm image attention away from the earliest frame and toward the middle and current frames. The ScreenSpot processor grid is 56 by 90 from a 2880 by 1800 source, retaining 99.6% of source area; each hotel frame uses a 22 by 32 grid from 1024 by 720, retaining 97.8%. Attention is descriptive; the layerwise logit lens also includes each checkpoint's own final norm and unembedding. Sources: data/remote-results/delta-lens-qwen35-vs-holo31-20260921-dcd8c5e5, data/local-results/attention-delta-ppt59-controls-v1, artifacts/screenspot-presentation/delta-lens-paired-controls-v1/paired-control-attention-summary.json, and data/local-results/attention-delta-hotel-step2-native-v1.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11:05–11:55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11:55–12:45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Fine-tuning moves every ScreenSpot diagnostic margin toward the oracle, but attention weighting choices and the hotel trajectory show that internal redistribution is selective.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0be0890c8a4d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df140cb6c146c4" /><Relationship Type="http://schemas.openxmlformats.org/officeDocument/2006/relationships/slideLayout" Target="/ppt/slideLayouts/slideLayout1.xml" Id="Rb1b5f639b10142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b5f639b10142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dc4311a7f74fb5" /><Relationship Type="http://schemas.openxmlformats.org/officeDocument/2006/relationships/image" Target="/ppt/media/image.png" Id="R7ac36acbc72e457e" /><Relationship Type="http://schemas.openxmlformats.org/officeDocument/2006/relationships/notesSlide" Target="/ppt/notesSlides/notesSlide1.xml" Id="R77a58cf956cd4c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0da5cafe974987" /><Relationship Type="http://schemas.openxmlformats.org/officeDocument/2006/relationships/notesSlide" Target="/ppt/notesSlides/notesSlide2.xml" Id="R736c3353422c40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6117e8018747e7" /><Relationship Type="http://schemas.openxmlformats.org/officeDocument/2006/relationships/chart" Target="/ppt/slides/charts/chart1.xml" Id="Raf7fc60348054a52" /><Relationship Type="http://schemas.openxmlformats.org/officeDocument/2006/relationships/notesSlide" Target="/ppt/notesSlides/notesSlide3.xml" Id="R17b5613dbc454c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524593182f4b41" /><Relationship Type="http://schemas.openxmlformats.org/officeDocument/2006/relationships/chart" Target="/ppt/slides/charts/chart2.xml" Id="R785d56c44a704ef5" /><Relationship Type="http://schemas.openxmlformats.org/officeDocument/2006/relationships/notesSlide" Target="/ppt/notesSlides/notesSlide4.xml" Id="Re5062a10d61c45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dc5051dbe4489f" /><Relationship Type="http://schemas.openxmlformats.org/officeDocument/2006/relationships/notesSlide" Target="/ppt/notesSlides/notesSlide5.xml" Id="Ra8da9eb6bc9841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6daeb101b74b94" /><Relationship Type="http://schemas.openxmlformats.org/officeDocument/2006/relationships/image" Target="/ppt/media/image2.png" Id="R99c2ec908c2e409b" /><Relationship Type="http://schemas.openxmlformats.org/officeDocument/2006/relationships/image" Target="/ppt/media/image3.png" Id="R614b2f8921c44644" /><Relationship Type="http://schemas.openxmlformats.org/officeDocument/2006/relationships/notesSlide" Target="/ppt/notesSlides/notesSlide6.xml" Id="Rb4b6f8085bf744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55c247041b484f" /><Relationship Type="http://schemas.openxmlformats.org/officeDocument/2006/relationships/image" Target="/ppt/media/image4.png" Id="R933e5eede3a24484" /><Relationship Type="http://schemas.openxmlformats.org/officeDocument/2006/relationships/notesSlide" Target="/ppt/notesSlides/notesSlide7.xml" Id="R8eed12f383f047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27a25520b846bb" /><Relationship Type="http://schemas.openxmlformats.org/officeDocument/2006/relationships/image" Target="/ppt/media/image5.png" Id="R2bc0febb919b4a02" /><Relationship Type="http://schemas.openxmlformats.org/officeDocument/2006/relationships/image" Target="/ppt/media/image6.png" Id="R709b5c8ee4b54c41" /><Relationship Type="http://schemas.openxmlformats.org/officeDocument/2006/relationships/image" Target="/ppt/media/image7.png" Id="Rf467cfeedc584e90" /><Relationship Type="http://schemas.openxmlformats.org/officeDocument/2006/relationships/image" Target="/ppt/media/image8.png" Id="R554380c668b640da" /><Relationship Type="http://schemas.openxmlformats.org/officeDocument/2006/relationships/notesSlide" Target="/ppt/notesSlides/notesSlide8.xml" Id="R6c66389edc474f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759995d3f84924" /><Relationship Type="http://schemas.openxmlformats.org/officeDocument/2006/relationships/notesSlide" Target="/ppt/notesSlides/notesSlide9.xml" Id="Rc18112ccae384b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6a9e12569747a7" /><Relationship Type="http://schemas.openxmlformats.org/officeDocument/2006/relationships/image" Target="/ppt/media/image9.png" Id="R8c8f48768c4a4258" /><Relationship Type="http://schemas.openxmlformats.org/officeDocument/2006/relationships/image" Target="/ppt/media/image10.png" Id="R38eca2b2d5714601" /><Relationship Type="http://schemas.openxmlformats.org/officeDocument/2006/relationships/notesSlide" Target="/ppt/notesSlides/notesSlide10.xml" Id="Re5372a24ae1946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6ac690d96d43ba" /><Relationship Type="http://schemas.openxmlformats.org/officeDocument/2006/relationships/chart" Target="/ppt/slides/charts/chart3.xml" Id="R029fe83c6480484f" /><Relationship Type="http://schemas.openxmlformats.org/officeDocument/2006/relationships/notesSlide" Target="/ppt/notesSlides/notesSlide11.xml" Id="Rfe6ddff7e5c644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9b8184b46944bc" /><Relationship Type="http://schemas.openxmlformats.org/officeDocument/2006/relationships/image" Target="/ppt/media/image11.png" Id="Raf4ea5ba587e4a40" /><Relationship Type="http://schemas.openxmlformats.org/officeDocument/2006/relationships/image" Target="/ppt/media/image12.png" Id="R1d7d4cbce0c74126" /><Relationship Type="http://schemas.openxmlformats.org/officeDocument/2006/relationships/image" Target="/ppt/media/image13.png" Id="R953cfb99d2c04b6a" /><Relationship Type="http://schemas.openxmlformats.org/officeDocument/2006/relationships/chart" Target="/ppt/slides/charts/chart4.xml" Id="Rbafefb7ec41f470f" /><Relationship Type="http://schemas.openxmlformats.org/officeDocument/2006/relationships/chart" Target="/ppt/slides/charts/chart5.xml" Id="Rd728f122ac114bab" /><Relationship Type="http://schemas.openxmlformats.org/officeDocument/2006/relationships/notesSlide" Target="/ppt/notesSlides/notesSlide12.xml" Id="R9644725d105f43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7730ca1c194ffd" /><Relationship Type="http://schemas.openxmlformats.org/officeDocument/2006/relationships/notesSlide" Target="/ppt/notesSlides/notesSlide13.xml" Id="Rac2e3afe87e14a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9fc3a9527404adf" /><Relationship Type="http://schemas.openxmlformats.org/officeDocument/2006/relationships/notesSlide" Target="/ppt/notesSlides/notesSlide14.xml" Id="R90e2a953b86c4c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be22d4916974d71" /><Relationship Type="http://schemas.openxmlformats.org/officeDocument/2006/relationships/notesSlide" Target="/ppt/notesSlides/notesSlide15.xml" Id="Rec3fe703a471413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ScreenSpot mean</c:v>
          </c:tx>
          <c:spPr>
            <a:ln xmlns:a="http://schemas.openxmlformats.org/drawingml/2006/main" w="28575">
              <a:solidFill>
                <a:srgbClr val="F05A3C"/>
              </a:solidFill>
            </a:ln>
          </c:spPr>
          <c:marker>
            <c:spPr>
              <a:solidFill xmlns:a="http://schemas.openxmlformats.org/drawingml/2006/main">
                <a:srgbClr val="F05A3C"/>
              </a:solidFill>
            </c:spPr>
          </c:marker>
          <c:cat>
            <c:strRef>
              <c:f>'Chart Data'!$A$2:$A$33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Data'!$B$2:$B$33</c:f>
              <c:numCache>
                <c:formatCode>General</c:formatCode>
                <c:ptCount val="32"/>
                <c:pt idx="0">
                  <c:v>-0.006</c:v>
                </c:pt>
                <c:pt idx="1">
                  <c:v>-0.393</c:v>
                </c:pt>
                <c:pt idx="2">
                  <c:v>-1.487</c:v>
                </c:pt>
                <c:pt idx="3">
                  <c:v>-0.266</c:v>
                </c:pt>
                <c:pt idx="4">
                  <c:v>-0.803</c:v>
                </c:pt>
                <c:pt idx="5">
                  <c:v>-0.791</c:v>
                </c:pt>
                <c:pt idx="6">
                  <c:v>0.715</c:v>
                </c:pt>
                <c:pt idx="7">
                  <c:v>0.471</c:v>
                </c:pt>
                <c:pt idx="8">
                  <c:v>0.587</c:v>
                </c:pt>
                <c:pt idx="9">
                  <c:v>0.788</c:v>
                </c:pt>
                <c:pt idx="10">
                  <c:v>0.662</c:v>
                </c:pt>
                <c:pt idx="11">
                  <c:v>0.902</c:v>
                </c:pt>
                <c:pt idx="12">
                  <c:v>0.447</c:v>
                </c:pt>
                <c:pt idx="13">
                  <c:v>-0.127</c:v>
                </c:pt>
                <c:pt idx="14">
                  <c:v>-0.307</c:v>
                </c:pt>
                <c:pt idx="15">
                  <c:v>-0.446</c:v>
                </c:pt>
                <c:pt idx="16">
                  <c:v>0.004</c:v>
                </c:pt>
                <c:pt idx="17">
                  <c:v>-0.641</c:v>
                </c:pt>
                <c:pt idx="18">
                  <c:v>-0.294</c:v>
                </c:pt>
                <c:pt idx="19">
                  <c:v>-2.074</c:v>
                </c:pt>
                <c:pt idx="20">
                  <c:v>-1.849</c:v>
                </c:pt>
                <c:pt idx="21">
                  <c:v>-2.277</c:v>
                </c:pt>
                <c:pt idx="22">
                  <c:v>-3.042</c:v>
                </c:pt>
                <c:pt idx="23">
                  <c:v>-1.442</c:v>
                </c:pt>
                <c:pt idx="24">
                  <c:v>-1.745</c:v>
                </c:pt>
                <c:pt idx="25">
                  <c:v>-1.396</c:v>
                </c:pt>
                <c:pt idx="26">
                  <c:v>-1.075</c:v>
                </c:pt>
                <c:pt idx="27">
                  <c:v>-1.243</c:v>
                </c:pt>
                <c:pt idx="28">
                  <c:v>-1.251</c:v>
                </c:pt>
                <c:pt idx="29">
                  <c:v>-1.484</c:v>
                </c:pt>
                <c:pt idx="30">
                  <c:v>1.763</c:v>
                </c:pt>
                <c:pt idx="31">
                  <c:v>1.142</c:v>
                </c:pt>
              </c:numCache>
            </c:numRef>
          </c:val>
        </c:ser>
        <c:ser>
          <c:idx val="1"/>
          <c:order val="1"/>
          <c:tx>
            <c:v>Hotel final click</c:v>
          </c:tx>
          <c:spPr>
            <a:ln xmlns:a="http://schemas.openxmlformats.org/drawingml/2006/main" w="19050">
              <a:solidFill>
                <a:srgbClr val="2D84D3"/>
              </a:solidFill>
            </a:ln>
          </c:spPr>
          <c:marker>
            <c:spPr>
              <a:solidFill xmlns:a="http://schemas.openxmlformats.org/drawingml/2006/main">
                <a:srgbClr val="2D84D3"/>
              </a:solidFill>
            </c:spPr>
          </c:marker>
          <c:cat>
            <c:strRef>
              <c:f>'Chart Data'!$C$2:$C$33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Data'!$D$2:$D$33</c:f>
              <c:numCache>
                <c:formatCode>General</c:formatCode>
                <c:ptCount val="32"/>
                <c:pt idx="0">
                  <c:v>-0.088</c:v>
                </c:pt>
                <c:pt idx="1">
                  <c:v>-0.056</c:v>
                </c:pt>
                <c:pt idx="2">
                  <c:v>0.414</c:v>
                </c:pt>
                <c:pt idx="3">
                  <c:v>0.001</c:v>
                </c:pt>
                <c:pt idx="4">
                  <c:v>-0.364</c:v>
                </c:pt>
                <c:pt idx="5">
                  <c:v>-0.082</c:v>
                </c:pt>
                <c:pt idx="6">
                  <c:v>-1.386</c:v>
                </c:pt>
                <c:pt idx="7">
                  <c:v>0.02</c:v>
                </c:pt>
                <c:pt idx="8">
                  <c:v>-0.19</c:v>
                </c:pt>
                <c:pt idx="9">
                  <c:v>-0.244</c:v>
                </c:pt>
                <c:pt idx="10">
                  <c:v>-0.213</c:v>
                </c:pt>
                <c:pt idx="11">
                  <c:v>-0.379</c:v>
                </c:pt>
                <c:pt idx="12">
                  <c:v>-0.509</c:v>
                </c:pt>
                <c:pt idx="13">
                  <c:v>-0.043</c:v>
                </c:pt>
                <c:pt idx="14">
                  <c:v>-0.011</c:v>
                </c:pt>
                <c:pt idx="15">
                  <c:v>-0.285</c:v>
                </c:pt>
                <c:pt idx="16">
                  <c:v>-0.399</c:v>
                </c:pt>
                <c:pt idx="17">
                  <c:v>0.224</c:v>
                </c:pt>
                <c:pt idx="18">
                  <c:v>-1.055</c:v>
                </c:pt>
                <c:pt idx="19">
                  <c:v>0.852</c:v>
                </c:pt>
                <c:pt idx="20">
                  <c:v>-0.512</c:v>
                </c:pt>
                <c:pt idx="21">
                  <c:v>-0.894</c:v>
                </c:pt>
                <c:pt idx="22">
                  <c:v>0.393</c:v>
                </c:pt>
                <c:pt idx="23">
                  <c:v>-0.563</c:v>
                </c:pt>
                <c:pt idx="24">
                  <c:v>-0.946</c:v>
                </c:pt>
                <c:pt idx="25">
                  <c:v>-2.441</c:v>
                </c:pt>
                <c:pt idx="26">
                  <c:v>-1.111</c:v>
                </c:pt>
                <c:pt idx="27">
                  <c:v>1.07</c:v>
                </c:pt>
                <c:pt idx="28">
                  <c:v>0.395</c:v>
                </c:pt>
                <c:pt idx="29">
                  <c:v>0.04</c:v>
                </c:pt>
                <c:pt idx="30">
                  <c:v>-0.08</c:v>
                </c:pt>
                <c:pt idx="31">
                  <c:v>0.366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Holo − Qwen margin (nats/token)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c:v>
          </c:tx>
          <c:spPr>
            <a:solidFill xmlns:a="http://schemas.openxmlformats.org/drawingml/2006/main">
              <a:srgbClr val="2D84D3"/>
            </a:solidFill>
          </c:spPr>
          <c:cat>
            <c:strRef>
              <c:f>'Chart Data'!$A$2:$A$4</c:f>
              <c:strCache>
                <c:ptCount val="3"/>
                <c:pt idx="0">
                  <c:v>Earliest</c:v>
                </c:pt>
                <c:pt idx="1">
                  <c:v>Middle</c:v>
                </c:pt>
                <c:pt idx="2">
                  <c:v>Current</c:v>
                </c:pt>
              </c:strCache>
            </c:strRef>
          </c:cat>
          <c:val>
            <c:numRef>
              <c:f>'Chart Data'!$B$2:$B$4</c:f>
              <c:numCache>
                <c:formatCode>General</c:formatCode>
                <c:ptCount val="3"/>
                <c:pt idx="0">
                  <c:v>36.8</c:v>
                </c:pt>
                <c:pt idx="1">
                  <c:v>15</c:v>
                </c:pt>
                <c:pt idx="2">
                  <c:v>48.2</c:v>
                </c:pt>
              </c:numCache>
            </c:numRef>
          </c:val>
        </c:ser>
        <c:ser>
          <c:idx val="1"/>
          <c:order val="1"/>
          <c:tx>
            <c:v>Holo</c:v>
          </c:tx>
          <c:spPr>
            <a:solidFill xmlns:a="http://schemas.openxmlformats.org/drawingml/2006/main">
              <a:srgbClr val="F05A3C"/>
            </a:solidFill>
          </c:spPr>
          <c:cat>
            <c:strRef>
              <c:f>'Chart Data'!$C$2:$C$4</c:f>
              <c:strCache>
                <c:ptCount val="3"/>
                <c:pt idx="0">
                  <c:v>Earliest</c:v>
                </c:pt>
                <c:pt idx="1">
                  <c:v>Middle</c:v>
                </c:pt>
                <c:pt idx="2">
                  <c:v>Current</c:v>
                </c:pt>
              </c:strCache>
            </c:strRef>
          </c:cat>
          <c:val>
            <c:numRef>
              <c:f>'Chart Data'!$D$2:$D$4</c:f>
              <c:numCache>
                <c:formatCode>General</c:formatCode>
                <c:ptCount val="3"/>
                <c:pt idx="0">
                  <c:v>20.2</c:v>
                </c:pt>
                <c:pt idx="1">
                  <c:v>23</c:v>
                </c:pt>
                <c:pt idx="2">
                  <c:v>56.8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 of image attention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ac36acbc72e457e"/>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587C0F-0317-4213-AA9A-DD00BD73275E}"/>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3869B1-90BC-4549-8893-EA3B0973BDB6}"/>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A05B02-28B5-4792-B3A6-7201AF42452F}"/>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424ECB-71A3-4885-8CCA-9804E0511DC7}"/>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BCA81F09-AB6F-4751-95E9-5DE084854CBA}"/>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11D1E69E-E1B3-48B4-AA47-9539CB64AFC5}"/>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40D20AF3-8685-4ACC-A8DD-85D0F29F2CDA}"/>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280945942"/>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9E66E4F-E13F-4450-904F-94ABC38DADA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69971BD4-164E-4715-A406-CCB94B02039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B732BAD6-953E-4255-8749-656079FC9FF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22AEBE16-A349-43FA-8065-9088C82EB7C3}"/>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BC0BA37F-9B74-4E7F-AD2D-7756E5C8325C}"/>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01A0C1-1262-4451-BCFE-1832B4BE14E7}"/>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814C3AE4-04F9-475D-AE5F-0F49F5C4BC04}"/>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C2D7BB61-511D-44B5-9799-39DA0DF5B260}"/>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817817F3-393C-4CF0-A9F2-7A8124F5ED28}"/>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26BEB933-3E37-4BFB-B101-E0304A32C5F4}"/>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0E23925A-9A2C-4791-B6B4-12F37C28FFA2}"/>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13196241-985E-4519-8FEF-90514FA88541}"/>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F948974E-A521-4CF1-AE9E-1E63A4C84890}"/>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C7E0CE9-9345-4B3F-AF8B-16959BF8235F}"/>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D3C61956-B2E4-41BA-ACA7-13751990593D}"/>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B4D203F-EC3B-41E6-A4B3-298B4B06CE76}"/>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3FC9B8D-D60F-4C93-9740-481692DDDFC6}"/>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841AD3ED-B43C-412E-A871-696ABADA40AD}"/>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134CC5CE-119D-4674-B069-64FD46964E51}"/>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8EB43713-ABBC-4CE9-9490-22226AC77803}"/>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E4C7D11-BDB8-4F6F-92F3-012BD36E3AD2}"/>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39AA67B2-929A-4E40-A031-DFD0C6439129}"/>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CAF4FE09-11AA-45EB-9BDA-8ABBC9ED9FED}"/>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D28EC6AB-9B2E-430E-B35D-EA770696ADF9}"/>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3FCC342-094F-4E9B-B749-DBB716E65139}"/>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6BFACEC5-E377-468E-8ECB-535BC460FF2F}"/>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8D1FE458-E898-4D33-8C51-14F287C48216}"/>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0B4C7410-449E-46EE-9ADB-01AE9B6BDBB4}"/>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FBABFAE-ACF6-4AAA-909A-027E7704197C}"/>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70221159-01AE-4AE8-A810-F1CA7ECF7B23}"/>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5FE088F0-8E84-431F-AFA5-9C5DB93B7A18}"/>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EE55DE53-672F-495F-BCD1-716AC298A42C}"/>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7252412-E544-448C-872D-B63354C13573}"/>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053066F6-C76F-48C2-905E-EF69B963D84E}"/>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EB05589D-8EDA-4A4B-A035-6C3E4855E398}"/>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D3035DF8-32FD-4F40-925D-454663B69794}"/>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C055124F-4F69-4C16-8AEA-4105D2FE25E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D87A05D-90EF-4A95-AECB-0221191409C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2109174615"/>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798320E-7CE3-4725-AC68-AD2FA7F6CC4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1908BF4B-3A90-4A7A-964B-39618748151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E1B3E7BF-974E-4F78-93E0-C9824A9EA95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3DC595C-D5D4-4EA4-B184-0B04AE77C58F}"/>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9B2B2320-7940-4454-B678-63BA42AECEDD}"/>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D42CB4C5-A3BA-4C94-A2C1-7BED47A5DE6B}"/>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01FE6140-178B-464B-B832-2B8BBB9843EF}"/>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609E2B59-5FBA-48D8-BE35-991319526517}"/>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D169DA3C-B00A-4AB0-85AB-52820015D3CB}"/>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F041BD4F-CD20-43B0-82C7-2503AB903033}"/>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DB1EF0E-B65B-415C-883C-2A8EDF205B19}"/>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af7fc60348054a52"/>
          </a:graphicData>
        </a:graphic>
      </p:graphicFrame>
      <p:sp>
        <p:nvSpPr>
          <p:cNvPr id="13" name="">
            <a:extLst xmlns:a="http://schemas.openxmlformats.org/drawingml/2006/main">
              <a:ext uri="{FF2B5EF4-FFF2-40B4-BE49-F238E27FC236}">
                <a16:creationId xmlns:a16="http://schemas.microsoft.com/office/drawing/2014/main" id="{A66523C5-509C-4107-BE78-F30EC5A6D091}"/>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D6A76D3C-BCA9-48F5-8273-75506049BCF7}"/>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71D78D5C-FB6C-44C5-AA9D-CAA9D3BFEC27}"/>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8CD1E3-A37D-4960-9F95-478468E57E20}"/>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107CE6F3-1869-4645-A8F9-479D94BC757A}"/>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3D33F51A-0EA6-4D9F-8B03-695AED2D6760}"/>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0326E80F-70E8-44C7-9630-9F1C5402271E}"/>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ECBCC7FD-B282-4A37-BCDC-46BA1E53F932}"/>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C0D5A65A-74C3-4138-9D87-0185500F7385}"/>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15C4FC68-EB52-4E07-851A-AAF797F60054}"/>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AC5E70E8-7C9D-4CC6-932B-195B9B7F676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C671F5C-785E-40EE-93D1-76E2BFCBD06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733177997"/>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2A60C6-3FD3-449D-8ED1-E8B5AFC5900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C7A1DCCD-E4DC-46E8-871D-2E711219663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FE2B2E7F-B4BE-4EBD-B2ED-0154B78A1B3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3893CE95-F007-486F-8F44-DF9D627EE5D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526BD0C5-5893-4AC9-BFC3-30F5D7301DFF}"/>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785d56c44a704ef5"/>
          </a:graphicData>
        </a:graphic>
      </p:graphicFrame>
      <p:sp>
        <p:nvSpPr>
          <p:cNvPr id="7" name="">
            <a:extLst xmlns:a="http://schemas.openxmlformats.org/drawingml/2006/main">
              <a:ext uri="{FF2B5EF4-FFF2-40B4-BE49-F238E27FC236}">
                <a16:creationId xmlns:a16="http://schemas.microsoft.com/office/drawing/2014/main" id="{A7B3E1DA-B121-4522-8C89-9A03DC467DA2}"/>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1EC00E-0183-4262-B807-2AEB4C984E65}"/>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1CD78042-E504-448A-BE57-97C9431108C3}"/>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9B0E63FB-B5C9-4941-BC5D-A4B5171EE573}"/>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45E7C363-0B9B-4B36-BFE7-DA570313AB60}"/>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7150050-5346-4319-B3A3-835978AD2AFF}"/>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5A6D0A7F-E27C-41F7-A659-8271E211FAB6}"/>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25D0B2BF-D693-470A-B80B-C3B83F9A3D18}"/>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96E71F40-DF9C-4E2C-812F-7E2501BF1B42}"/>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1189DF6F-939C-4D35-AD72-1AAD6EAE3A78}"/>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6C36E76-966C-4602-8E9D-4E5F076C0720}"/>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70B6723E-C1DE-4E24-ABF8-B47E25EFC1B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139473E-5F8A-47AD-8D6C-90DBD31DBCC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932012361"/>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7D41AE4-7BD5-474B-9BDE-EAF22F03172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89E04AB4-642F-4DEE-A8FF-689C073A6BB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F3A60B49-EEC8-4F05-9E57-C3564AD7457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E420E1F1-79A9-4A97-9498-BA0653090751}"/>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B3710794-E90C-410F-B928-DD6DF27120B6}"/>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55EE2CF5-740E-4EEC-882D-7B8B5EA72611}"/>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EC8847-4A95-4344-AA6D-89AC91AA6300}"/>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12B8C07E-DF5D-4CBB-A958-DC0EF268B916}"/>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DFA38CBF-A901-448B-AE8A-DA78517B11D2}"/>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35CC005-EE7B-44CC-9EB7-7E3E8660C716}"/>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0F0B54F1-74F7-4C49-A67A-869BDE86C65D}"/>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F4AF4292-3D94-4AD4-9C9E-37BB92AFCDB3}"/>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2A51406C-584D-429C-98CA-71B6647B60B7}"/>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BD8B66E-8B17-44B6-9963-F2CE8D347C94}"/>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35CA12A-1975-4DD6-9B3D-2A1F6E1C95A2}"/>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91258CDB-8F78-435C-8644-980BFE45CA63}"/>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CFF2D4-F87B-4EF6-8399-FFF13372F0CF}"/>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DD14CB91-FDE4-4B17-951E-36192CE2B168}"/>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8892BAAD-5DA8-4007-B664-22A57F3D890E}"/>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637F2A1A-4875-4A14-B925-FF7B01606B49}"/>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57E83A7-04D2-4DED-9CCB-934988301E25}"/>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9E105B8F-AB19-46D9-AA9D-842B0A020CA7}"/>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037D0552-2CC7-4D0C-9AA9-355E2B5ED605}"/>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391124D-3E60-4A8A-AEAA-27B1F065C519}"/>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D0779332-0314-406F-8E1F-758C3CD14E15}"/>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8C29A429-3844-427F-9BBD-09308B5A7C89}"/>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18E57EEB-9CFA-48D3-817C-C69C243C9F25}"/>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8084543-CCF1-4282-B744-4CFF3F65F001}"/>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4E8C2742-DEFB-4272-9304-D6FD4ED61F4D}"/>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C9BC0127-7842-4EE4-89FE-C199499BE76A}"/>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5F392F90-4954-4F4C-916A-D1984FB40BDE}"/>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FE6BE759-53C0-4C3C-A3FE-196DD5F8A574}"/>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2C660710-FB82-48ED-B02B-826F8C43CC5B}"/>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86662EAF-5677-4774-9735-EB88D6041898}"/>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E49AB2B8-BA58-4100-9B2A-E9A9ED2D57C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D541985-2F1B-4814-81B1-667B6A69F0F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183377060"/>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B890805-AD79-4D86-A44D-A7F4A61ED80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7C8956E3-4961-4EBA-BFC9-EAC014A5618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Same-image controls reveal the selected template</a:t>
            </a:r>
          </a:p>
        </p:txBody>
      </p:sp>
      <p:sp>
        <p:nvSpPr>
          <p:cNvPr id="3" name="">
            <a:extLst xmlns:a="http://schemas.openxmlformats.org/drawingml/2006/main">
              <a:ext uri="{FF2B5EF4-FFF2-40B4-BE49-F238E27FC236}">
                <a16:creationId xmlns:a16="http://schemas.microsoft.com/office/drawing/2014/main" id="{CF2AE7DC-AB5E-4E70-A338-10BA76BF8D1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52961F53-6937-4043-9BB6-2B5223BCB796}"/>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sp>
        <p:nvSpPr>
          <p:cNvPr id="5" name="">
            <a:extLst xmlns:a="http://schemas.openxmlformats.org/drawingml/2006/main">
              <a:ext uri="{FF2B5EF4-FFF2-40B4-BE49-F238E27FC236}">
                <a16:creationId xmlns:a16="http://schemas.microsoft.com/office/drawing/2014/main" id="{780ED9F4-505B-4007-9A15-F61A9A35EF4C}"/>
              </a:ext>
            </a:extLst>
          </p:cNvPr>
          <p:cNvSpPr>
            <a:spLocks xmlns:a="http://schemas.openxmlformats.org/drawingml/2006/main" noGrp="1"/>
          </p:cNvSpPr>
          <p:nvPr/>
        </p:nvSpPr>
        <p:spPr>
          <a:xfrm xmlns:a="http://schemas.openxmlformats.org/drawingml/2006/main">
            <a:off x="8953500" y="113347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EF13D01-5B60-4601-8D2B-0BA70484A39E}"/>
              </a:ext>
            </a:extLst>
          </p:cNvPr>
          <p:cNvSpPr>
            <a:spLocks xmlns:a="http://schemas.openxmlformats.org/drawingml/2006/main" noGrp="1"/>
          </p:cNvSpPr>
          <p:nvPr/>
        </p:nvSpPr>
        <p:spPr>
          <a:xfrm xmlns:a="http://schemas.openxmlformats.org/drawingml/2006/main">
            <a:off x="9048750" y="115252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9c2ec908c2e409b"/>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70951F52-0227-4E4B-AF51-942424B81D17}"/>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14b2f8921c44644"/>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10" name="">
            <a:extLst xmlns:a="http://schemas.openxmlformats.org/drawingml/2006/main">
              <a:ext uri="{FF2B5EF4-FFF2-40B4-BE49-F238E27FC236}">
                <a16:creationId xmlns:a16="http://schemas.microsoft.com/office/drawing/2014/main" id="{BE937A77-9A58-40C9-A84A-70AD7D77D8DF}"/>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0EAC6B64-4610-4DCC-9919-96C2D3E6964B}"/>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95AE6F-1DAC-4810-A7CD-36D2413F3306}"/>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3" name="">
            <a:extLst xmlns:a="http://schemas.openxmlformats.org/drawingml/2006/main">
              <a:ext uri="{FF2B5EF4-FFF2-40B4-BE49-F238E27FC236}">
                <a16:creationId xmlns:a16="http://schemas.microsoft.com/office/drawing/2014/main" id="{D0AA90CA-FDF8-4C97-BB0F-5E7046F9A565}"/>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640B56-B673-4811-AA2B-AF0D53B74D41}"/>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5" name="">
            <a:extLst xmlns:a="http://schemas.openxmlformats.org/drawingml/2006/main">
              <a:ext uri="{FF2B5EF4-FFF2-40B4-BE49-F238E27FC236}">
                <a16:creationId xmlns:a16="http://schemas.microsoft.com/office/drawing/2014/main" id="{4FEEE7EA-5BB9-4716-9036-BF20B0382021}"/>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BCD1F625-CDCD-48E9-B2D2-B50787632ED3}"/>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13359CB-5561-42B0-8D42-EFAC527069B9}"/>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8" name="">
            <a:extLst xmlns:a="http://schemas.openxmlformats.org/drawingml/2006/main">
              <a:ext uri="{FF2B5EF4-FFF2-40B4-BE49-F238E27FC236}">
                <a16:creationId xmlns:a16="http://schemas.microsoft.com/office/drawing/2014/main" id="{1FD873BF-AC27-408A-A78B-B9AAAD7A2502}"/>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9" name="">
            <a:extLst xmlns:a="http://schemas.openxmlformats.org/drawingml/2006/main">
              <a:ext uri="{FF2B5EF4-FFF2-40B4-BE49-F238E27FC236}">
                <a16:creationId xmlns:a16="http://schemas.microsoft.com/office/drawing/2014/main" id="{BDB031A7-F2E1-43B0-89BA-63BA42618667}"/>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20" name="">
            <a:extLst xmlns:a="http://schemas.openxmlformats.org/drawingml/2006/main">
              <a:ext uri="{FF2B5EF4-FFF2-40B4-BE49-F238E27FC236}">
                <a16:creationId xmlns:a16="http://schemas.microsoft.com/office/drawing/2014/main" id="{AE479CBC-4583-46F1-A07D-4CDB4B67F76C}"/>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6E587AAE-8066-4392-8AE8-15290B4A2AA3}"/>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34F9FF6-0018-4777-9354-8345ADA3F203}"/>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3" name="">
            <a:extLst xmlns:a="http://schemas.openxmlformats.org/drawingml/2006/main">
              <a:ext uri="{FF2B5EF4-FFF2-40B4-BE49-F238E27FC236}">
                <a16:creationId xmlns:a16="http://schemas.microsoft.com/office/drawing/2014/main" id="{BDC2C9F4-F4EF-4EEA-B3F0-789F280C9549}"/>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4" name="">
            <a:extLst xmlns:a="http://schemas.openxmlformats.org/drawingml/2006/main">
              <a:ext uri="{FF2B5EF4-FFF2-40B4-BE49-F238E27FC236}">
                <a16:creationId xmlns:a16="http://schemas.microsoft.com/office/drawing/2014/main" id="{B38F68DF-C395-4546-907F-26AE73940BEF}"/>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5" name="">
            <a:extLst xmlns:a="http://schemas.openxmlformats.org/drawingml/2006/main">
              <a:ext uri="{FF2B5EF4-FFF2-40B4-BE49-F238E27FC236}">
                <a16:creationId xmlns:a16="http://schemas.microsoft.com/office/drawing/2014/main" id="{08E411B0-A1A5-4FEF-9BD1-10B2AE6D7599}"/>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337D50FB-90B5-4882-9F20-B4933BA06AD7}"/>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9DA144B-8FB4-4ABF-91C8-02D83F0EF7CA}"/>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8" name="">
            <a:extLst xmlns:a="http://schemas.openxmlformats.org/drawingml/2006/main">
              <a:ext uri="{FF2B5EF4-FFF2-40B4-BE49-F238E27FC236}">
                <a16:creationId xmlns:a16="http://schemas.microsoft.com/office/drawing/2014/main" id="{E2808C4C-495D-4586-85FF-7CC4933DBACD}"/>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9" name="">
            <a:extLst xmlns:a="http://schemas.openxmlformats.org/drawingml/2006/main">
              <a:ext uri="{FF2B5EF4-FFF2-40B4-BE49-F238E27FC236}">
                <a16:creationId xmlns:a16="http://schemas.microsoft.com/office/drawing/2014/main" id="{1F3AA6C0-A726-459B-A4BD-5CEF4E60D0C6}"/>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30" name="">
            <a:extLst xmlns:a="http://schemas.openxmlformats.org/drawingml/2006/main">
              <a:ext uri="{FF2B5EF4-FFF2-40B4-BE49-F238E27FC236}">
                <a16:creationId xmlns:a16="http://schemas.microsoft.com/office/drawing/2014/main" id="{4BA10E82-8239-41F9-8B24-5D41640B1AFB}"/>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A346638E-2332-4824-BC96-AA024142423F}"/>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468C11B-A6BF-4DB9-BD8B-329B3B8CB28C}"/>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3" name="">
            <a:extLst xmlns:a="http://schemas.openxmlformats.org/drawingml/2006/main">
              <a:ext uri="{FF2B5EF4-FFF2-40B4-BE49-F238E27FC236}">
                <a16:creationId xmlns:a16="http://schemas.microsoft.com/office/drawing/2014/main" id="{1D934475-65D0-4174-91B9-CF879BF1F832}"/>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4" name="">
            <a:extLst xmlns:a="http://schemas.openxmlformats.org/drawingml/2006/main">
              <a:ext uri="{FF2B5EF4-FFF2-40B4-BE49-F238E27FC236}">
                <a16:creationId xmlns:a16="http://schemas.microsoft.com/office/drawing/2014/main" id="{652C4CC3-697A-49C0-B737-A565FDB7D736}"/>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5" name="">
            <a:extLst xmlns:a="http://schemas.openxmlformats.org/drawingml/2006/main">
              <a:ext uri="{FF2B5EF4-FFF2-40B4-BE49-F238E27FC236}">
                <a16:creationId xmlns:a16="http://schemas.microsoft.com/office/drawing/2014/main" id="{2ABC4396-2264-483A-A25E-9E9357609CB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B204B68-D6D2-4CB0-B00B-DF8D5864208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119776253"/>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48F85BF-9162-461D-8768-868D49BDF31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EB1F4839-A73B-471C-838F-8C5F67660B4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1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map reaches the task region but misses the New Slide control</a:t>
            </a:r>
          </a:p>
        </p:txBody>
      </p:sp>
      <p:sp>
        <p:nvSpPr>
          <p:cNvPr id="3" name="">
            <a:extLst xmlns:a="http://schemas.openxmlformats.org/drawingml/2006/main">
              <a:ext uri="{FF2B5EF4-FFF2-40B4-BE49-F238E27FC236}">
                <a16:creationId xmlns:a16="http://schemas.microsoft.com/office/drawing/2014/main" id="{E8374B8F-355B-4F60-AB88-BE7B4FE9000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5565BEBF-3A69-4D28-AF3D-50FA3CA0F136}"/>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sp>
        <p:nvSpPr>
          <p:cNvPr id="5" name="">
            <a:extLst xmlns:a="http://schemas.openxmlformats.org/drawingml/2006/main">
              <a:ext uri="{FF2B5EF4-FFF2-40B4-BE49-F238E27FC236}">
                <a16:creationId xmlns:a16="http://schemas.microsoft.com/office/drawing/2014/main" id="{A59C087B-9454-4325-A7DD-82723B39732B}"/>
              </a:ext>
            </a:extLst>
          </p:cNvPr>
          <p:cNvSpPr>
            <a:spLocks xmlns:a="http://schemas.openxmlformats.org/drawingml/2006/main" noGrp="1"/>
          </p:cNvSpPr>
          <p:nvPr/>
        </p:nvSpPr>
        <p:spPr>
          <a:xfrm xmlns:a="http://schemas.openxmlformats.org/drawingml/2006/main">
            <a:off x="5314950" y="115252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C2401E5-05E5-4E22-8111-FB8596EBB610}"/>
              </a:ext>
            </a:extLst>
          </p:cNvPr>
          <p:cNvSpPr>
            <a:spLocks xmlns:a="http://schemas.openxmlformats.org/drawingml/2006/main" noGrp="1"/>
          </p:cNvSpPr>
          <p:nvPr/>
        </p:nvSpPr>
        <p:spPr>
          <a:xfrm xmlns:a="http://schemas.openxmlformats.org/drawingml/2006/main">
            <a:off x="5410200" y="117157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33e5eede3a24484"/>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8" name="">
            <a:extLst xmlns:a="http://schemas.openxmlformats.org/drawingml/2006/main">
              <a:ext uri="{FF2B5EF4-FFF2-40B4-BE49-F238E27FC236}">
                <a16:creationId xmlns:a16="http://schemas.microsoft.com/office/drawing/2014/main" id="{FBF6D875-B3DA-4E37-8F6E-AA4B636E7D77}"/>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0CB0A9E2-EA9F-4CD4-A056-3B0400BD052C}"/>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B2D2BBB-110B-4643-AD4E-CE0F68D00193}"/>
              </a:ext>
            </a:extLst>
          </p:cNvPr>
          <p:cNvSpPr>
            <a:spLocks xmlns:a="http://schemas.openxmlformats.org/drawingml/2006/main" noGrp="1"/>
          </p:cNvSpPr>
          <p:nvPr/>
        </p:nvSpPr>
        <p:spPr>
          <a:xfrm xmlns:a="http://schemas.openxmlformats.org/drawingml/2006/main">
            <a:off x="8572500" y="1809750"/>
            <a:ext cx="1428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1BCCB2F-A3DC-43FD-8CA9-49BE44AEB4D7}"/>
              </a:ext>
            </a:extLst>
          </p:cNvPr>
          <p:cNvSpPr>
            <a:spLocks xmlns:a="http://schemas.openxmlformats.org/drawingml/2006/main" noGrp="1"/>
          </p:cNvSpPr>
          <p:nvPr/>
        </p:nvSpPr>
        <p:spPr>
          <a:xfrm xmlns:a="http://schemas.openxmlformats.org/drawingml/2006/main">
            <a:off x="8667750" y="18288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63CB8F2E-8787-4CD6-98ED-3BDB62065488}"/>
              </a:ext>
            </a:extLst>
          </p:cNvPr>
          <p:cNvSpPr>
            <a:spLocks xmlns:a="http://schemas.openxmlformats.org/drawingml/2006/main" noGrp="1"/>
          </p:cNvSpPr>
          <p:nvPr/>
        </p:nvSpPr>
        <p:spPr>
          <a:xfrm xmlns:a="http://schemas.openxmlformats.org/drawingml/2006/main">
            <a:off x="8572500" y="2343150"/>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7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differential map concentrates in the correct top-left task region…</a:t>
            </a:r>
          </a:p>
        </p:txBody>
      </p:sp>
      <p:sp>
        <p:nvSpPr>
          <p:cNvPr id="13" name="">
            <a:extLst xmlns:a="http://schemas.openxmlformats.org/drawingml/2006/main">
              <a:ext uri="{FF2B5EF4-FFF2-40B4-BE49-F238E27FC236}">
                <a16:creationId xmlns:a16="http://schemas.microsoft.com/office/drawing/2014/main" id="{57D17688-A9AA-4C22-B6B9-8FC12D900985}"/>
              </a:ext>
            </a:extLst>
          </p:cNvPr>
          <p:cNvSpPr>
            <a:spLocks xmlns:a="http://schemas.openxmlformats.org/drawingml/2006/main" noGrp="1"/>
          </p:cNvSpPr>
          <p:nvPr/>
        </p:nvSpPr>
        <p:spPr>
          <a:xfrm xmlns:a="http://schemas.openxmlformats.org/drawingml/2006/main">
            <a:off x="8572500" y="329565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5CFD8"/>
                </a:solidFill>
                <a:latin typeface="Helvetica Neue"/>
                <a:ea typeface="Helvetica Neue"/>
                <a:cs typeface="Helvetica Neue"/>
              </a:defRPr>
            </a:pPr>
            <a:r>
              <a:rPr sz="1350" b="0">
                <a:solidFill>
                  <a:srgbClr val="C5CFD8"/>
                </a:solidFill>
                <a:latin typeface="Helvetica Neue"/>
                <a:ea typeface="Helvetica Neue"/>
                <a:cs typeface="Helvetica Neue"/>
              </a:rPr>
              <a:t>…but its peak lands on the slide thumbnail, not the tiny New Slide button.</a:t>
            </a:r>
          </a:p>
        </p:txBody>
      </p:sp>
      <p:sp>
        <p:nvSpPr>
          <p:cNvPr id="14" name="">
            <a:extLst xmlns:a="http://schemas.openxmlformats.org/drawingml/2006/main">
              <a:ext uri="{FF2B5EF4-FFF2-40B4-BE49-F238E27FC236}">
                <a16:creationId xmlns:a16="http://schemas.microsoft.com/office/drawing/2014/main" id="{E1D661D2-2D1A-4C10-BAA7-6462D36F9F48}"/>
              </a:ext>
            </a:extLst>
          </p:cNvPr>
          <p:cNvSpPr>
            <a:spLocks xmlns:a="http://schemas.openxmlformats.org/drawingml/2006/main" noGrp="1"/>
          </p:cNvSpPr>
          <p:nvPr/>
        </p:nvSpPr>
        <p:spPr>
          <a:xfrm xmlns:a="http://schemas.openxmlformats.org/drawingml/2006/main">
            <a:off x="8572500" y="430530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779BEE-FD6E-42EE-8FDD-8D651D9E1358}"/>
              </a:ext>
            </a:extLst>
          </p:cNvPr>
          <p:cNvSpPr>
            <a:spLocks xmlns:a="http://schemas.openxmlformats.org/drawingml/2006/main" noGrp="1"/>
          </p:cNvSpPr>
          <p:nvPr/>
        </p:nvSpPr>
        <p:spPr>
          <a:xfrm xmlns:a="http://schemas.openxmlformats.org/drawingml/2006/main">
            <a:off x="8572500" y="45148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Predicted click</a:t>
            </a:r>
          </a:p>
        </p:txBody>
      </p:sp>
      <p:sp>
        <p:nvSpPr>
          <p:cNvPr id="16" name="">
            <a:extLst xmlns:a="http://schemas.openxmlformats.org/drawingml/2006/main">
              <a:ext uri="{FF2B5EF4-FFF2-40B4-BE49-F238E27FC236}">
                <a16:creationId xmlns:a16="http://schemas.microsoft.com/office/drawing/2014/main" id="{8D7E0D92-15A9-4809-AE7D-534173945FE8}"/>
              </a:ext>
            </a:extLst>
          </p:cNvPr>
          <p:cNvSpPr>
            <a:spLocks xmlns:a="http://schemas.openxmlformats.org/drawingml/2006/main" noGrp="1"/>
          </p:cNvSpPr>
          <p:nvPr/>
        </p:nvSpPr>
        <p:spPr>
          <a:xfrm xmlns:a="http://schemas.openxmlformats.org/drawingml/2006/main">
            <a:off x="9848850" y="448627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(331, 270)</a:t>
            </a:r>
          </a:p>
        </p:txBody>
      </p:sp>
      <p:sp>
        <p:nvSpPr>
          <p:cNvPr id="17" name="">
            <a:extLst xmlns:a="http://schemas.openxmlformats.org/drawingml/2006/main">
              <a:ext uri="{FF2B5EF4-FFF2-40B4-BE49-F238E27FC236}">
                <a16:creationId xmlns:a16="http://schemas.microsoft.com/office/drawing/2014/main" id="{FFC88EC0-7A75-4B0C-B4CE-5FFC7BFBFE63}"/>
              </a:ext>
            </a:extLst>
          </p:cNvPr>
          <p:cNvSpPr>
            <a:spLocks xmlns:a="http://schemas.openxmlformats.org/drawingml/2006/main" noGrp="1"/>
          </p:cNvSpPr>
          <p:nvPr/>
        </p:nvSpPr>
        <p:spPr>
          <a:xfrm xmlns:a="http://schemas.openxmlformats.org/drawingml/2006/main">
            <a:off x="8572500" y="48958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Prompt-diff peak</a:t>
            </a:r>
          </a:p>
        </p:txBody>
      </p:sp>
      <p:sp>
        <p:nvSpPr>
          <p:cNvPr id="18" name="">
            <a:extLst xmlns:a="http://schemas.openxmlformats.org/drawingml/2006/main">
              <a:ext uri="{FF2B5EF4-FFF2-40B4-BE49-F238E27FC236}">
                <a16:creationId xmlns:a16="http://schemas.microsoft.com/office/drawing/2014/main" id="{A75AE50C-A3CF-4933-94D9-07EDB76746A7}"/>
              </a:ext>
            </a:extLst>
          </p:cNvPr>
          <p:cNvSpPr>
            <a:spLocks xmlns:a="http://schemas.openxmlformats.org/drawingml/2006/main" noGrp="1"/>
          </p:cNvSpPr>
          <p:nvPr/>
        </p:nvSpPr>
        <p:spPr>
          <a:xfrm xmlns:a="http://schemas.openxmlformats.org/drawingml/2006/main">
            <a:off x="9829800" y="4867275"/>
            <a:ext cx="131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9.9% diag away</a:t>
            </a:r>
          </a:p>
        </p:txBody>
      </p:sp>
      <p:sp>
        <p:nvSpPr>
          <p:cNvPr id="19" name="">
            <a:extLst xmlns:a="http://schemas.openxmlformats.org/drawingml/2006/main">
              <a:ext uri="{FF2B5EF4-FFF2-40B4-BE49-F238E27FC236}">
                <a16:creationId xmlns:a16="http://schemas.microsoft.com/office/drawing/2014/main" id="{26CBF303-FDAA-4939-A3C8-28F98FD17E5C}"/>
              </a:ext>
            </a:extLst>
          </p:cNvPr>
          <p:cNvSpPr>
            <a:spLocks xmlns:a="http://schemas.openxmlformats.org/drawingml/2006/main" noGrp="1"/>
          </p:cNvSpPr>
          <p:nvPr/>
        </p:nvSpPr>
        <p:spPr>
          <a:xfrm xmlns:a="http://schemas.openxmlformats.org/drawingml/2006/main">
            <a:off x="8572500" y="52768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F1C7BC"/>
                </a:solidFill>
                <a:latin typeface="Helvetica Neue"/>
                <a:ea typeface="Helvetica Neue"/>
                <a:cs typeface="Helvetica Neue"/>
              </a:defRPr>
            </a:pPr>
            <a:r>
              <a:rPr sz="975" b="0">
                <a:solidFill>
                  <a:srgbClr val="F1C7BC"/>
                </a:solidFill>
                <a:latin typeface="Helvetica Neue"/>
                <a:ea typeface="Helvetica Neue"/>
                <a:cs typeface="Helvetica Neue"/>
              </a:rPr>
              <a:t>Attention reaches the task region, while precise target binding remains off-control.</a:t>
            </a:r>
          </a:p>
        </p:txBody>
      </p:sp>
      <p:sp>
        <p:nvSpPr>
          <p:cNvPr id="20" name="">
            <a:extLst xmlns:a="http://schemas.openxmlformats.org/drawingml/2006/main">
              <a:ext uri="{FF2B5EF4-FFF2-40B4-BE49-F238E27FC236}">
                <a16:creationId xmlns:a16="http://schemas.microsoft.com/office/drawing/2014/main" id="{105E496C-AE4B-4062-9ACA-BBB3E90EF64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59067AC-25FD-4A5A-AD61-6F050180CAD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powerpoint_windows_48 · prompt-baseline stability 0.970 mean / 0.953 minimum</a:t>
            </a:r>
          </a:p>
        </p:txBody>
      </p:sp>
    </p:spTree>
    <p:extLst>
      <p:ext uri="{BB962C8B-B14F-4D97-AF65-F5344CB8AC3E}">
        <p14:creationId xmlns:p14="http://schemas.microsoft.com/office/powerpoint/2010/main" val="1267030411"/>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1A017D15-21AD-4B5C-982B-9EA4812DB8B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DA087307-97FB-456B-9950-74D97E66A0E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Target-card saliency persists, but the click misses</a:t>
            </a:r>
          </a:p>
        </p:txBody>
      </p:sp>
      <p:sp>
        <p:nvSpPr>
          <p:cNvPr id="3" name="">
            <a:extLst xmlns:a="http://schemas.openxmlformats.org/drawingml/2006/main">
              <a:ext uri="{FF2B5EF4-FFF2-40B4-BE49-F238E27FC236}">
                <a16:creationId xmlns:a16="http://schemas.microsoft.com/office/drawing/2014/main" id="{3BB11C57-49BC-45BB-BB2C-1F41482498A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708A8E92-FB11-40FB-A539-72E5BA338DB6}"/>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Target minus same-history instruction ensemble for the final x/y coordinate tokens</a:t>
            </a:r>
          </a:p>
        </p:txBody>
      </p:sp>
      <p:sp>
        <p:nvSpPr>
          <p:cNvPr id="5" name="">
            <a:extLst xmlns:a="http://schemas.openxmlformats.org/drawingml/2006/main">
              <a:ext uri="{FF2B5EF4-FFF2-40B4-BE49-F238E27FC236}">
                <a16:creationId xmlns:a16="http://schemas.microsoft.com/office/drawing/2014/main" id="{CD768858-9E9C-4DBA-8ABB-4A2517F921B9}"/>
              </a:ext>
            </a:extLst>
          </p:cNvPr>
          <p:cNvSpPr>
            <a:spLocks xmlns:a="http://schemas.openxmlformats.org/drawingml/2006/main" noGrp="1"/>
          </p:cNvSpPr>
          <p:nvPr/>
        </p:nvSpPr>
        <p:spPr>
          <a:xfrm xmlns:a="http://schemas.openxmlformats.org/drawingml/2006/main">
            <a:off x="9525000" y="1133475"/>
            <a:ext cx="20574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6A4C5E-B70C-465B-9D87-3D5B3AF9D9E1}"/>
              </a:ext>
            </a:extLst>
          </p:cNvPr>
          <p:cNvSpPr>
            <a:spLocks xmlns:a="http://schemas.openxmlformats.org/drawingml/2006/main" noGrp="1"/>
          </p:cNvSpPr>
          <p:nvPr/>
        </p:nvSpPr>
        <p:spPr>
          <a:xfrm xmlns:a="http://schemas.openxmlformats.org/drawingml/2006/main">
            <a:off x="9620250" y="11525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CLICK</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2bc0febb919b4a02"/>
          <a:srcRect xmlns:a="http://schemas.openxmlformats.org/drawingml/2006/main" l="74" t="0" r="74" b="0"/>
          <a:stretch xmlns:a="http://schemas.openxmlformats.org/drawingml/2006/main">
            <a:fillRect l="0" t="0" r="0" b="0"/>
          </a:stretch>
        </p:blipFill>
        <p:spPr>
          <a:xfrm xmlns:a="http://schemas.openxmlformats.org/drawingml/2006/main">
            <a:off x="609600" y="1581150"/>
            <a:ext cx="2571750" cy="1609725"/>
          </a:xfrm>
          <a:prstGeom xmlns:a="http://schemas.openxmlformats.org/drawingml/2006/main" prst="roundRect">
            <a:avLst>
              <a:gd name="adj" fmla="val 7101"/>
            </a:avLst>
          </a:prstGeom>
        </p:spPr>
      </p:pic>
      <p:sp>
        <p:nvSpPr>
          <p:cNvPr id="8" name="">
            <a:extLst xmlns:a="http://schemas.openxmlformats.org/drawingml/2006/main">
              <a:ext uri="{FF2B5EF4-FFF2-40B4-BE49-F238E27FC236}">
                <a16:creationId xmlns:a16="http://schemas.microsoft.com/office/drawing/2014/main" id="{3A3D8FB9-C351-4DEC-A0F1-F82503466223}"/>
              </a:ext>
            </a:extLst>
          </p:cNvPr>
          <p:cNvSpPr>
            <a:spLocks xmlns:a="http://schemas.openxmlformats.org/drawingml/2006/main" noGrp="1"/>
          </p:cNvSpPr>
          <p:nvPr/>
        </p:nvSpPr>
        <p:spPr>
          <a:xfrm xmlns:a="http://schemas.openxmlformats.org/drawingml/2006/main">
            <a:off x="6096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06E03304-ACF0-4693-84D6-EC0B23E4256D}"/>
              </a:ext>
            </a:extLst>
          </p:cNvPr>
          <p:cNvSpPr>
            <a:spLocks xmlns:a="http://schemas.openxmlformats.org/drawingml/2006/main" noGrp="1"/>
          </p:cNvSpPr>
          <p:nvPr/>
        </p:nvSpPr>
        <p:spPr>
          <a:xfrm xmlns:a="http://schemas.openxmlformats.org/drawingml/2006/main">
            <a:off x="7048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2E294DA-CC81-4C29-8B65-8D35372C3E29}"/>
              </a:ext>
            </a:extLst>
          </p:cNvPr>
          <p:cNvSpPr>
            <a:spLocks xmlns:a="http://schemas.openxmlformats.org/drawingml/2006/main" noGrp="1"/>
          </p:cNvSpPr>
          <p:nvPr/>
        </p:nvSpPr>
        <p:spPr>
          <a:xfrm xmlns:a="http://schemas.openxmlformats.org/drawingml/2006/main">
            <a:off x="8001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START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709b5c8ee4b54c41"/>
          <a:srcRect xmlns:a="http://schemas.openxmlformats.org/drawingml/2006/main" l="74" t="0" r="74" b="0"/>
          <a:stretch xmlns:a="http://schemas.openxmlformats.org/drawingml/2006/main">
            <a:fillRect l="0" t="0" r="0" b="0"/>
          </a:stretch>
        </p:blipFill>
        <p:spPr>
          <a:xfrm xmlns:a="http://schemas.openxmlformats.org/drawingml/2006/main">
            <a:off x="3333750" y="1581150"/>
            <a:ext cx="2571750" cy="1609725"/>
          </a:xfrm>
          <a:prstGeom xmlns:a="http://schemas.openxmlformats.org/drawingml/2006/main" prst="roundRect">
            <a:avLst>
              <a:gd name="adj" fmla="val 7101"/>
            </a:avLst>
          </a:prstGeom>
        </p:spPr>
      </p:pic>
      <p:sp>
        <p:nvSpPr>
          <p:cNvPr id="12" name="">
            <a:extLst xmlns:a="http://schemas.openxmlformats.org/drawingml/2006/main">
              <a:ext uri="{FF2B5EF4-FFF2-40B4-BE49-F238E27FC236}">
                <a16:creationId xmlns:a16="http://schemas.microsoft.com/office/drawing/2014/main" id="{D691D458-22C7-4BA6-9BE9-87B670D623CB}"/>
              </a:ext>
            </a:extLst>
          </p:cNvPr>
          <p:cNvSpPr>
            <a:spLocks xmlns:a="http://schemas.openxmlformats.org/drawingml/2006/main" noGrp="1"/>
          </p:cNvSpPr>
          <p:nvPr/>
        </p:nvSpPr>
        <p:spPr>
          <a:xfrm xmlns:a="http://schemas.openxmlformats.org/drawingml/2006/main">
            <a:off x="33337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2F0EF692-D480-4CDF-B623-675C4B2032A5}"/>
              </a:ext>
            </a:extLst>
          </p:cNvPr>
          <p:cNvSpPr>
            <a:spLocks xmlns:a="http://schemas.openxmlformats.org/drawingml/2006/main" noGrp="1"/>
          </p:cNvSpPr>
          <p:nvPr/>
        </p:nvSpPr>
        <p:spPr>
          <a:xfrm xmlns:a="http://schemas.openxmlformats.org/drawingml/2006/main">
            <a:off x="342900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0E9D383-27BC-4FFA-98DB-3478D17199D1}"/>
              </a:ext>
            </a:extLst>
          </p:cNvPr>
          <p:cNvSpPr>
            <a:spLocks xmlns:a="http://schemas.openxmlformats.org/drawingml/2006/main" noGrp="1"/>
          </p:cNvSpPr>
          <p:nvPr/>
        </p:nvSpPr>
        <p:spPr>
          <a:xfrm xmlns:a="http://schemas.openxmlformats.org/drawingml/2006/main">
            <a:off x="35242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SCROLL 500</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f467cfeedc584e90"/>
          <a:srcRect xmlns:a="http://schemas.openxmlformats.org/drawingml/2006/main" l="74" t="0" r="74" b="0"/>
          <a:stretch xmlns:a="http://schemas.openxmlformats.org/drawingml/2006/main">
            <a:fillRect l="0" t="0" r="0" b="0"/>
          </a:stretch>
        </p:blipFill>
        <p:spPr>
          <a:xfrm xmlns:a="http://schemas.openxmlformats.org/drawingml/2006/main">
            <a:off x="6057900" y="1581150"/>
            <a:ext cx="2571750" cy="1609725"/>
          </a:xfrm>
          <a:prstGeom xmlns:a="http://schemas.openxmlformats.org/drawingml/2006/main" prst="roundRect">
            <a:avLst>
              <a:gd name="adj" fmla="val 7101"/>
            </a:avLst>
          </a:prstGeom>
        </p:spPr>
      </p:pic>
      <p:sp>
        <p:nvSpPr>
          <p:cNvPr id="16" name="">
            <a:extLst xmlns:a="http://schemas.openxmlformats.org/drawingml/2006/main">
              <a:ext uri="{FF2B5EF4-FFF2-40B4-BE49-F238E27FC236}">
                <a16:creationId xmlns:a16="http://schemas.microsoft.com/office/drawing/2014/main" id="{7C900265-25BF-4DEA-BE18-BF0510A70063}"/>
              </a:ext>
            </a:extLst>
          </p:cNvPr>
          <p:cNvSpPr>
            <a:spLocks xmlns:a="http://schemas.openxmlformats.org/drawingml/2006/main" noGrp="1"/>
          </p:cNvSpPr>
          <p:nvPr/>
        </p:nvSpPr>
        <p:spPr>
          <a:xfrm xmlns:a="http://schemas.openxmlformats.org/drawingml/2006/main">
            <a:off x="60579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456BFAC9-F31D-4E3E-9844-A858A1568775}"/>
              </a:ext>
            </a:extLst>
          </p:cNvPr>
          <p:cNvSpPr>
            <a:spLocks xmlns:a="http://schemas.openxmlformats.org/drawingml/2006/main" noGrp="1"/>
          </p:cNvSpPr>
          <p:nvPr/>
        </p:nvSpPr>
        <p:spPr>
          <a:xfrm xmlns:a="http://schemas.openxmlformats.org/drawingml/2006/main">
            <a:off x="61531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D942A68-EBD4-48CC-B75B-7456CF47E8F9}"/>
              </a:ext>
            </a:extLst>
          </p:cNvPr>
          <p:cNvSpPr>
            <a:spLocks xmlns:a="http://schemas.openxmlformats.org/drawingml/2006/main" noGrp="1"/>
          </p:cNvSpPr>
          <p:nvPr/>
        </p:nvSpPr>
        <p:spPr>
          <a:xfrm xmlns:a="http://schemas.openxmlformats.org/drawingml/2006/main">
            <a:off x="62484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TARGET APPEARS</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54380c668b640da"/>
          <a:srcRect xmlns:a="http://schemas.openxmlformats.org/drawingml/2006/main" l="74" t="0" r="74" b="0"/>
          <a:stretch xmlns:a="http://schemas.openxmlformats.org/drawingml/2006/main">
            <a:fillRect l="0" t="0" r="0" b="0"/>
          </a:stretch>
        </p:blipFill>
        <p:spPr>
          <a:xfrm xmlns:a="http://schemas.openxmlformats.org/drawingml/2006/main">
            <a:off x="8782050" y="1581150"/>
            <a:ext cx="2571750" cy="1609725"/>
          </a:xfrm>
          <a:prstGeom xmlns:a="http://schemas.openxmlformats.org/drawingml/2006/main" prst="roundRect">
            <a:avLst>
              <a:gd name="adj" fmla="val 7101"/>
            </a:avLst>
          </a:prstGeom>
        </p:spPr>
      </p:pic>
      <p:sp>
        <p:nvSpPr>
          <p:cNvPr id="20" name="">
            <a:extLst xmlns:a="http://schemas.openxmlformats.org/drawingml/2006/main">
              <a:ext uri="{FF2B5EF4-FFF2-40B4-BE49-F238E27FC236}">
                <a16:creationId xmlns:a16="http://schemas.microsoft.com/office/drawing/2014/main" id="{F9C108A3-0F31-4A71-9967-3CE6E1A4D5B4}"/>
              </a:ext>
            </a:extLst>
          </p:cNvPr>
          <p:cNvSpPr>
            <a:spLocks xmlns:a="http://schemas.openxmlformats.org/drawingml/2006/main" noGrp="1"/>
          </p:cNvSpPr>
          <p:nvPr/>
        </p:nvSpPr>
        <p:spPr>
          <a:xfrm xmlns:a="http://schemas.openxmlformats.org/drawingml/2006/main">
            <a:off x="87820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841D0A48-6246-4B70-B8CC-F352A23B33CF}"/>
              </a:ext>
            </a:extLst>
          </p:cNvPr>
          <p:cNvSpPr>
            <a:spLocks xmlns:a="http://schemas.openxmlformats.org/drawingml/2006/main" noGrp="1"/>
          </p:cNvSpPr>
          <p:nvPr/>
        </p:nvSpPr>
        <p:spPr>
          <a:xfrm xmlns:a="http://schemas.openxmlformats.org/drawingml/2006/main">
            <a:off x="8877300" y="3295650"/>
            <a:ext cx="2095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7E9368D-713E-4E38-81D2-08A5D9006A32}"/>
              </a:ext>
            </a:extLst>
          </p:cNvPr>
          <p:cNvSpPr>
            <a:spLocks xmlns:a="http://schemas.openxmlformats.org/drawingml/2006/main" noGrp="1"/>
          </p:cNvSpPr>
          <p:nvPr/>
        </p:nvSpPr>
        <p:spPr>
          <a:xfrm xmlns:a="http://schemas.openxmlformats.org/drawingml/2006/main">
            <a:off x="89725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3 · CLICK</a:t>
            </a:r>
          </a:p>
        </p:txBody>
      </p:sp>
      <p:sp>
        <p:nvSpPr>
          <p:cNvPr id="23" name="">
            <a:extLst xmlns:a="http://schemas.openxmlformats.org/drawingml/2006/main">
              <a:ext uri="{FF2B5EF4-FFF2-40B4-BE49-F238E27FC236}">
                <a16:creationId xmlns:a16="http://schemas.microsoft.com/office/drawing/2014/main" id="{7EACD5B3-A5D5-43CE-86DA-179470DD52CF}"/>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76200">
            <a:solidFill>
              <a:srgbClr val="10151C"/>
            </a:solidFill>
          </a:ln>
        </p:spPr>
      </p:sp>
      <p:sp>
        <p:nvSpPr>
          <p:cNvPr id="24" name="">
            <a:extLst xmlns:a="http://schemas.openxmlformats.org/drawingml/2006/main">
              <a:ext uri="{FF2B5EF4-FFF2-40B4-BE49-F238E27FC236}">
                <a16:creationId xmlns:a16="http://schemas.microsoft.com/office/drawing/2014/main" id="{D2F51202-70AB-4A8C-B423-431E86532BD3}"/>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CCD14839-7BA4-47A6-8E05-71037EE482FD}"/>
              </a:ext>
            </a:extLst>
          </p:cNvPr>
          <p:cNvSpPr>
            <a:spLocks xmlns:a="http://schemas.openxmlformats.org/drawingml/2006/main" noGrp="1"/>
          </p:cNvSpPr>
          <p:nvPr/>
        </p:nvSpPr>
        <p:spPr>
          <a:xfrm xmlns:a="http://schemas.openxmlformats.org/drawingml/2006/main">
            <a:off x="10501313" y="1784509"/>
            <a:ext cx="419100" cy="762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54CDF55-D1BE-439E-93D0-016965ADED99}"/>
              </a:ext>
            </a:extLst>
          </p:cNvPr>
          <p:cNvSpPr>
            <a:spLocks xmlns:a="http://schemas.openxmlformats.org/drawingml/2006/main" noGrp="1"/>
          </p:cNvSpPr>
          <p:nvPr/>
        </p:nvSpPr>
        <p:spPr>
          <a:xfrm xmlns:a="http://schemas.openxmlformats.org/drawingml/2006/main">
            <a:off x="10672763" y="1613059"/>
            <a:ext cx="76200" cy="4191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72B7064-39A2-4569-AAFC-D42EE8078C71}"/>
              </a:ext>
            </a:extLst>
          </p:cNvPr>
          <p:cNvSpPr>
            <a:spLocks xmlns:a="http://schemas.openxmlformats.org/drawingml/2006/main" noGrp="1"/>
          </p:cNvSpPr>
          <p:nvPr/>
        </p:nvSpPr>
        <p:spPr>
          <a:xfrm xmlns:a="http://schemas.openxmlformats.org/drawingml/2006/main">
            <a:off x="10501313" y="1808321"/>
            <a:ext cx="4191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BA96697-1430-43AA-89F1-18B2C6CDCAD7}"/>
              </a:ext>
            </a:extLst>
          </p:cNvPr>
          <p:cNvSpPr>
            <a:spLocks xmlns:a="http://schemas.openxmlformats.org/drawingml/2006/main" noGrp="1"/>
          </p:cNvSpPr>
          <p:nvPr/>
        </p:nvSpPr>
        <p:spPr>
          <a:xfrm xmlns:a="http://schemas.openxmlformats.org/drawingml/2006/main">
            <a:off x="10696575" y="1613059"/>
            <a:ext cx="28575" cy="4191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BE9F6D8-F10F-461C-B8A5-F6D8B1AA190E}"/>
              </a:ext>
            </a:extLst>
          </p:cNvPr>
          <p:cNvSpPr>
            <a:spLocks xmlns:a="http://schemas.openxmlformats.org/drawingml/2006/main" noGrp="1"/>
          </p:cNvSpPr>
          <p:nvPr/>
        </p:nvSpPr>
        <p:spPr>
          <a:xfrm xmlns:a="http://schemas.openxmlformats.org/drawingml/2006/main">
            <a:off x="6096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0" name="">
            <a:extLst xmlns:a="http://schemas.openxmlformats.org/drawingml/2006/main">
              <a:ext uri="{FF2B5EF4-FFF2-40B4-BE49-F238E27FC236}">
                <a16:creationId xmlns:a16="http://schemas.microsoft.com/office/drawing/2014/main" id="{F1147A83-7551-4282-ACB1-4953EFC44F57}"/>
              </a:ext>
            </a:extLst>
          </p:cNvPr>
          <p:cNvSpPr>
            <a:spLocks xmlns:a="http://schemas.openxmlformats.org/drawingml/2006/main" noGrp="1"/>
          </p:cNvSpPr>
          <p:nvPr/>
        </p:nvSpPr>
        <p:spPr>
          <a:xfrm xmlns:a="http://schemas.openxmlformats.org/drawingml/2006/main">
            <a:off x="609600" y="379095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EC72CFF-FDC8-438F-B77D-669C932353A3}"/>
              </a:ext>
            </a:extLst>
          </p:cNvPr>
          <p:cNvSpPr>
            <a:spLocks xmlns:a="http://schemas.openxmlformats.org/drawingml/2006/main" noGrp="1"/>
          </p:cNvSpPr>
          <p:nvPr/>
        </p:nvSpPr>
        <p:spPr>
          <a:xfrm xmlns:a="http://schemas.openxmlformats.org/drawingml/2006/main">
            <a:off x="8001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FRAME 2 TARGET-CARD LIFT</a:t>
            </a:r>
          </a:p>
        </p:txBody>
      </p:sp>
      <p:sp>
        <p:nvSpPr>
          <p:cNvPr id="32" name="">
            <a:extLst xmlns:a="http://schemas.openxmlformats.org/drawingml/2006/main">
              <a:ext uri="{FF2B5EF4-FFF2-40B4-BE49-F238E27FC236}">
                <a16:creationId xmlns:a16="http://schemas.microsoft.com/office/drawing/2014/main" id="{A74F3521-6F99-4E69-A365-08AB39FAD762}"/>
              </a:ext>
            </a:extLst>
          </p:cNvPr>
          <p:cNvSpPr>
            <a:spLocks xmlns:a="http://schemas.openxmlformats.org/drawingml/2006/main" noGrp="1"/>
          </p:cNvSpPr>
          <p:nvPr/>
        </p:nvSpPr>
        <p:spPr>
          <a:xfrm xmlns:a="http://schemas.openxmlformats.org/drawingml/2006/main">
            <a:off x="8001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2.78×</a:t>
            </a:r>
          </a:p>
        </p:txBody>
      </p:sp>
      <p:sp>
        <p:nvSpPr>
          <p:cNvPr id="33" name="">
            <a:extLst xmlns:a="http://schemas.openxmlformats.org/drawingml/2006/main">
              <a:ext uri="{FF2B5EF4-FFF2-40B4-BE49-F238E27FC236}">
                <a16:creationId xmlns:a16="http://schemas.microsoft.com/office/drawing/2014/main" id="{4A17D5F9-24F5-4CB0-98D2-0281DA7A83BE}"/>
              </a:ext>
            </a:extLst>
          </p:cNvPr>
          <p:cNvSpPr>
            <a:spLocks xmlns:a="http://schemas.openxmlformats.org/drawingml/2006/main" noGrp="1"/>
          </p:cNvSpPr>
          <p:nvPr/>
        </p:nvSpPr>
        <p:spPr>
          <a:xfrm xmlns:a="http://schemas.openxmlformats.org/drawingml/2006/main">
            <a:off x="8001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target button at viewport edge</a:t>
            </a:r>
          </a:p>
        </p:txBody>
      </p:sp>
      <p:sp>
        <p:nvSpPr>
          <p:cNvPr id="34" name="">
            <a:extLst xmlns:a="http://schemas.openxmlformats.org/drawingml/2006/main">
              <a:ext uri="{FF2B5EF4-FFF2-40B4-BE49-F238E27FC236}">
                <a16:creationId xmlns:a16="http://schemas.microsoft.com/office/drawing/2014/main" id="{F54B3582-31AB-4B78-8F7D-D9ECEDDAA3FC}"/>
              </a:ext>
            </a:extLst>
          </p:cNvPr>
          <p:cNvSpPr>
            <a:spLocks xmlns:a="http://schemas.openxmlformats.org/drawingml/2006/main" noGrp="1"/>
          </p:cNvSpPr>
          <p:nvPr/>
        </p:nvSpPr>
        <p:spPr>
          <a:xfrm xmlns:a="http://schemas.openxmlformats.org/drawingml/2006/main">
            <a:off x="41148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5" name="">
            <a:extLst xmlns:a="http://schemas.openxmlformats.org/drawingml/2006/main">
              <a:ext uri="{FF2B5EF4-FFF2-40B4-BE49-F238E27FC236}">
                <a16:creationId xmlns:a16="http://schemas.microsoft.com/office/drawing/2014/main" id="{8821B6DF-2AAC-49BB-B346-0ADFF882C714}"/>
              </a:ext>
            </a:extLst>
          </p:cNvPr>
          <p:cNvSpPr>
            <a:spLocks xmlns:a="http://schemas.openxmlformats.org/drawingml/2006/main" noGrp="1"/>
          </p:cNvSpPr>
          <p:nvPr/>
        </p:nvSpPr>
        <p:spPr>
          <a:xfrm xmlns:a="http://schemas.openxmlformats.org/drawingml/2006/main">
            <a:off x="41148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6361D6C-32C7-4D0A-A1D3-CB563CA67576}"/>
              </a:ext>
            </a:extLst>
          </p:cNvPr>
          <p:cNvSpPr>
            <a:spLocks xmlns:a="http://schemas.openxmlformats.org/drawingml/2006/main" noGrp="1"/>
          </p:cNvSpPr>
          <p:nvPr/>
        </p:nvSpPr>
        <p:spPr>
          <a:xfrm xmlns:a="http://schemas.openxmlformats.org/drawingml/2006/main">
            <a:off x="43053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FRAME 3 TARGET-CARD LIFT</a:t>
            </a:r>
          </a:p>
        </p:txBody>
      </p:sp>
      <p:sp>
        <p:nvSpPr>
          <p:cNvPr id="37" name="">
            <a:extLst xmlns:a="http://schemas.openxmlformats.org/drawingml/2006/main">
              <a:ext uri="{FF2B5EF4-FFF2-40B4-BE49-F238E27FC236}">
                <a16:creationId xmlns:a16="http://schemas.microsoft.com/office/drawing/2014/main" id="{EF90C0CC-EC4D-4C61-A9A2-8282002BCA6C}"/>
              </a:ext>
            </a:extLst>
          </p:cNvPr>
          <p:cNvSpPr>
            <a:spLocks xmlns:a="http://schemas.openxmlformats.org/drawingml/2006/main" noGrp="1"/>
          </p:cNvSpPr>
          <p:nvPr/>
        </p:nvSpPr>
        <p:spPr>
          <a:xfrm xmlns:a="http://schemas.openxmlformats.org/drawingml/2006/main">
            <a:off x="43053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8.59×</a:t>
            </a:r>
          </a:p>
        </p:txBody>
      </p:sp>
      <p:sp>
        <p:nvSpPr>
          <p:cNvPr id="38" name="">
            <a:extLst xmlns:a="http://schemas.openxmlformats.org/drawingml/2006/main">
              <a:ext uri="{FF2B5EF4-FFF2-40B4-BE49-F238E27FC236}">
                <a16:creationId xmlns:a16="http://schemas.microsoft.com/office/drawing/2014/main" id="{A626BB9A-B1C7-4587-A9CD-B6CDAD13FE2C}"/>
              </a:ext>
            </a:extLst>
          </p:cNvPr>
          <p:cNvSpPr>
            <a:spLocks xmlns:a="http://schemas.openxmlformats.org/drawingml/2006/main" noGrp="1"/>
          </p:cNvSpPr>
          <p:nvPr/>
        </p:nvSpPr>
        <p:spPr>
          <a:xfrm xmlns:a="http://schemas.openxmlformats.org/drawingml/2006/main">
            <a:off x="43053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current-frame prompt differential</a:t>
            </a:r>
          </a:p>
        </p:txBody>
      </p:sp>
      <p:sp>
        <p:nvSpPr>
          <p:cNvPr id="39" name="">
            <a:extLst xmlns:a="http://schemas.openxmlformats.org/drawingml/2006/main">
              <a:ext uri="{FF2B5EF4-FFF2-40B4-BE49-F238E27FC236}">
                <a16:creationId xmlns:a16="http://schemas.microsoft.com/office/drawing/2014/main" id="{472D1ECF-EE6D-4200-9AC2-8D5AAE49EFDE}"/>
              </a:ext>
            </a:extLst>
          </p:cNvPr>
          <p:cNvSpPr>
            <a:spLocks xmlns:a="http://schemas.openxmlformats.org/drawingml/2006/main" noGrp="1"/>
          </p:cNvSpPr>
          <p:nvPr/>
        </p:nvSpPr>
        <p:spPr>
          <a:xfrm xmlns:a="http://schemas.openxmlformats.org/drawingml/2006/main">
            <a:off x="7620000" y="379095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40" name="">
            <a:extLst xmlns:a="http://schemas.openxmlformats.org/drawingml/2006/main">
              <a:ext uri="{FF2B5EF4-FFF2-40B4-BE49-F238E27FC236}">
                <a16:creationId xmlns:a16="http://schemas.microsoft.com/office/drawing/2014/main" id="{B27C3D1A-60F9-4E22-A21A-DE3E6C78D4EA}"/>
              </a:ext>
            </a:extLst>
          </p:cNvPr>
          <p:cNvSpPr>
            <a:spLocks xmlns:a="http://schemas.openxmlformats.org/drawingml/2006/main" noGrp="1"/>
          </p:cNvSpPr>
          <p:nvPr/>
        </p:nvSpPr>
        <p:spPr>
          <a:xfrm xmlns:a="http://schemas.openxmlformats.org/drawingml/2006/main">
            <a:off x="76200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1F55899-9548-4905-A520-B21D3DF0B6AC}"/>
              </a:ext>
            </a:extLst>
          </p:cNvPr>
          <p:cNvSpPr>
            <a:spLocks xmlns:a="http://schemas.openxmlformats.org/drawingml/2006/main" noGrp="1"/>
          </p:cNvSpPr>
          <p:nvPr/>
        </p:nvSpPr>
        <p:spPr>
          <a:xfrm xmlns:a="http://schemas.openxmlformats.org/drawingml/2006/main">
            <a:off x="7810500" y="392430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ISSUED CLICK</a:t>
            </a:r>
          </a:p>
        </p:txBody>
      </p:sp>
      <p:sp>
        <p:nvSpPr>
          <p:cNvPr id="42" name="">
            <a:extLst xmlns:a="http://schemas.openxmlformats.org/drawingml/2006/main">
              <a:ext uri="{FF2B5EF4-FFF2-40B4-BE49-F238E27FC236}">
                <a16:creationId xmlns:a16="http://schemas.microsoft.com/office/drawing/2014/main" id="{312C75F5-81E7-4F02-B767-34BD27468414}"/>
              </a:ext>
            </a:extLst>
          </p:cNvPr>
          <p:cNvSpPr>
            <a:spLocks xmlns:a="http://schemas.openxmlformats.org/drawingml/2006/main" noGrp="1"/>
          </p:cNvSpPr>
          <p:nvPr/>
        </p:nvSpPr>
        <p:spPr>
          <a:xfrm xmlns:a="http://schemas.openxmlformats.org/drawingml/2006/main">
            <a:off x="7810500" y="411480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MISS</a:t>
            </a:r>
          </a:p>
        </p:txBody>
      </p:sp>
      <p:sp>
        <p:nvSpPr>
          <p:cNvPr id="43" name="">
            <a:extLst xmlns:a="http://schemas.openxmlformats.org/drawingml/2006/main">
              <a:ext uri="{FF2B5EF4-FFF2-40B4-BE49-F238E27FC236}">
                <a16:creationId xmlns:a16="http://schemas.microsoft.com/office/drawing/2014/main" id="{C69274F5-D8A1-4A65-978E-08F7500BB40D}"/>
              </a:ext>
            </a:extLst>
          </p:cNvPr>
          <p:cNvSpPr>
            <a:spLocks xmlns:a="http://schemas.openxmlformats.org/drawingml/2006/main" noGrp="1"/>
          </p:cNvSpPr>
          <p:nvPr/>
        </p:nvSpPr>
        <p:spPr>
          <a:xfrm xmlns:a="http://schemas.openxmlformats.org/drawingml/2006/main">
            <a:off x="7810500" y="452437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(960,120): correct card, wrong affordance</a:t>
            </a:r>
          </a:p>
        </p:txBody>
      </p:sp>
      <p:sp>
        <p:nvSpPr>
          <p:cNvPr id="44" name="">
            <a:extLst xmlns:a="http://schemas.openxmlformats.org/drawingml/2006/main">
              <a:ext uri="{FF2B5EF4-FFF2-40B4-BE49-F238E27FC236}">
                <a16:creationId xmlns:a16="http://schemas.microsoft.com/office/drawing/2014/main" id="{C4EE7358-5658-4611-9D6D-F68ECD47BFF5}"/>
              </a:ext>
            </a:extLst>
          </p:cNvPr>
          <p:cNvSpPr>
            <a:spLocks xmlns:a="http://schemas.openxmlformats.org/drawingml/2006/main" noGrp="1"/>
          </p:cNvSpPr>
          <p:nvPr/>
        </p:nvSpPr>
        <p:spPr>
          <a:xfrm xmlns:a="http://schemas.openxmlformats.org/drawingml/2006/main">
            <a:off x="609600" y="5048250"/>
            <a:ext cx="10972800" cy="1028700"/>
          </a:xfrm>
          <a:prstGeom xmlns:a="http://schemas.openxmlformats.org/drawingml/2006/main" prst="roundRect">
            <a:avLst>
              <a:gd name="adj" fmla="val 7407"/>
            </a:avLst>
          </a:prstGeom>
          <a:solidFill xmlns:a="http://schemas.openxmlformats.org/drawingml/2006/main">
            <a:srgbClr val="1C273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D6EF267-7196-47B9-A3C8-D77BFB753EC2}"/>
              </a:ext>
            </a:extLst>
          </p:cNvPr>
          <p:cNvSpPr>
            <a:spLocks xmlns:a="http://schemas.openxmlformats.org/drawingml/2006/main" noGrp="1"/>
          </p:cNvSpPr>
          <p:nvPr/>
        </p:nvSpPr>
        <p:spPr>
          <a:xfrm xmlns:a="http://schemas.openxmlformats.org/drawingml/2006/main">
            <a:off x="857250" y="52482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Interpretation</a:t>
            </a:r>
          </a:p>
        </p:txBody>
      </p:sp>
      <p:sp>
        <p:nvSpPr>
          <p:cNvPr id="46" name="">
            <a:extLst xmlns:a="http://schemas.openxmlformats.org/drawingml/2006/main">
              <a:ext uri="{FF2B5EF4-FFF2-40B4-BE49-F238E27FC236}">
                <a16:creationId xmlns:a16="http://schemas.microsoft.com/office/drawing/2014/main" id="{F9EF8A13-D192-40AF-96B4-314EF197D37D}"/>
              </a:ext>
            </a:extLst>
          </p:cNvPr>
          <p:cNvSpPr>
            <a:spLocks xmlns:a="http://schemas.openxmlformats.org/drawingml/2006/main" noGrp="1"/>
          </p:cNvSpPr>
          <p:nvPr/>
        </p:nvSpPr>
        <p:spPr>
          <a:xfrm xmlns:a="http://schemas.openxmlformats.org/drawingml/2006/main">
            <a:off x="857250" y="551497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7641"/>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Target-card evidence persists across frames. Final control localization still fails.</a:t>
            </a:r>
          </a:p>
        </p:txBody>
      </p:sp>
      <p:sp>
        <p:nvSpPr>
          <p:cNvPr id="47" name="">
            <a:extLst xmlns:a="http://schemas.openxmlformats.org/drawingml/2006/main">
              <a:ext uri="{FF2B5EF4-FFF2-40B4-BE49-F238E27FC236}">
                <a16:creationId xmlns:a16="http://schemas.microsoft.com/office/drawing/2014/main" id="{A01CB411-A0FA-4267-9C2C-87ABB7A0F243}"/>
              </a:ext>
            </a:extLst>
          </p:cNvPr>
          <p:cNvSpPr>
            <a:spLocks xmlns:a="http://schemas.openxmlformats.org/drawingml/2006/main" noGrp="1"/>
          </p:cNvSpPr>
          <p:nvPr/>
        </p:nvSpPr>
        <p:spPr>
          <a:xfrm xmlns:a="http://schemas.openxmlformats.org/drawingml/2006/main">
            <a:off x="7620000" y="5219700"/>
            <a:ext cx="3562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Shifted-layout follow-up: £122 gets 4.12× causal lift vs 0.81× for £135, yet the malformed click still misses.</a:t>
            </a:r>
          </a:p>
        </p:txBody>
      </p:sp>
      <p:sp>
        <p:nvSpPr>
          <p:cNvPr id="48" name="">
            <a:extLst xmlns:a="http://schemas.openxmlformats.org/drawingml/2006/main">
              <a:ext uri="{FF2B5EF4-FFF2-40B4-BE49-F238E27FC236}">
                <a16:creationId xmlns:a16="http://schemas.microsoft.com/office/drawing/2014/main" id="{A574FEC0-752C-4442-ADE0-7237517B91E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AF9E248-C345-4513-9B9B-9AC293F4C7B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Resolution caveat: 1280×800 source → 640×384 vision raster → 20×12 merged-token map · button ≈ 1.6×1.0 token</a:t>
            </a:r>
          </a:p>
        </p:txBody>
      </p:sp>
    </p:spTree>
    <p:extLst>
      <p:ext uri="{BB962C8B-B14F-4D97-AF65-F5344CB8AC3E}">
        <p14:creationId xmlns:p14="http://schemas.microsoft.com/office/powerpoint/2010/main" val="915354611"/>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5743A8E-B114-43D9-9A5E-9CA76F297E1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D8D7AA36-9C45-457B-B7D1-110A67D7ED3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C4EB5A5E-CBB7-4D9C-91E1-32686584CA6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929DAEDE-A3BA-46BC-9015-4E686EA239E7}"/>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DC741EEB-B7C2-4B04-B01C-5FEB9111CD02}"/>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E7C903EA-2B0B-4A5A-933F-153D62E04449}"/>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83EAD45B-6466-45D7-A8AB-624F736B5F1E}"/>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250B9-E10B-4BDC-B50D-9E4A93CBF307}"/>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7E04E62-1315-4969-8F18-A0A9449CDFAC}"/>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3E87B8D1-65A7-463E-8693-35D361AE2232}"/>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C6D4B565-0C6C-4EC1-97D0-6DB90A111EC7}"/>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29A746-954C-43D3-ADA7-C10ABC4952EA}"/>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32AF8E1-1762-4506-9E6C-9BAF137C7EB4}"/>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AE24045D-6A86-4173-862F-06D532BF5399}"/>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91A858D1-1CDF-47CB-9A84-C77EE35784AC}"/>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C4B5463-556E-45B9-A042-A60368483B4C}"/>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6C648BA-169C-41C9-A5CF-6F7A82911C02}"/>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1F14358C-21FB-4625-B542-3B9C76B09E4B}"/>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FF9670E1-C1C4-450B-834F-6E120BA61261}"/>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6AEA8AD-7858-4B76-8C63-6493C1439C83}"/>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BD38B7E-04B4-45E5-9D60-7DB320D69ED5}"/>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4F122D70-1BF4-4E08-ADED-569FF409C187}"/>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C4A888BD-5DA5-417D-AA3D-F88C74DA6F2A}"/>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D0E2338-F1B0-47ED-9E91-97C9B7BE2177}"/>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E434CE5-AB19-4489-8FE6-25CD932555F0}"/>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CB13D9F0-68D3-4390-86FA-9DBFC021D4BF}"/>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9E2D7FD7-D6C6-4FAF-B37E-69B7D2CF43AC}"/>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85F14E8-3414-4301-B68B-A48315B915C8}"/>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CA6715D-6E82-448B-9C79-4BAF7AAF1E66}"/>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A47B802E-95BF-4598-9B54-D42DB5AE4250}"/>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CC23178B-1547-42E8-8586-B2610B4D87C5}"/>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2EF6941-5E52-4BB4-969C-D88942D28201}"/>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C751BBC-3B0D-4F58-8AFF-FA4ED1BFA3BC}"/>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02AA8108-FA8C-4FFB-98AC-3B01C9047C7C}"/>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39FA162D-EB85-4EA8-9E22-32A41AD99183}"/>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A6B21AE-30AF-4066-BCDB-91A81C11DDE0}"/>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1E26E3E-FCD6-4740-A1B4-BF01135A8D10}"/>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048035A6-C046-4FBE-B459-45683A7E147F}"/>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B9064D5-5448-4C32-A3CE-D242D30EF506}"/>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D129757C-D928-4B12-B406-4EE907F5A948}"/>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10B0CEFA-9CF7-49D8-93C4-BDC6EF30C9D9}"/>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36AC5265-E2B0-4C3C-A178-021EB5D14280}"/>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DD9B5EC9-4FAA-49C7-8AF7-1786939F5DDA}"/>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9BCBB47-8771-4C7E-A76F-202E5E01603D}"/>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D1A35FE5-D925-4C38-89BD-BE29A5BFEDA2}"/>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4B913F44-CFDE-4E61-B5C8-11325FD15A29}"/>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A937F123-7532-4C73-A80D-38CB18408507}"/>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0DF0E269-6DF4-47FC-B65B-FF88D0331A8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39E20C76-9399-44DD-8033-15C4216A1AD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1208934761"/>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943DD50-19DF-4920-B581-B40775594A2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0B07B353-C6EC-4823-87E9-3BE54E66F54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4DC4C6E5-A795-4FA2-A691-EC8DB07E0F1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6022917A-8795-4E90-92AD-10013BB19D4F}"/>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c8f48768c4a4258"/>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20DECFE0-B846-4D4A-9943-AEA521411FAC}"/>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8eca2b2d5714601"/>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1E86C5A1-88F5-46BF-9696-FF3AD626843E}"/>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48AF2672-4120-4412-9C5C-2334DBD5FE1D}"/>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A2ACE21-F14C-48A6-BEFE-D635840D6EE7}"/>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96E75A79-36AF-4B75-94FE-2064E9CA16D6}"/>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ECA7613-3458-46FA-8743-E2202E1BC5A5}"/>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9DA69E57-CC04-419D-BC24-DE24EA81EA71}"/>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9A4935AC-4F4B-4B01-BEEA-EB122C2EDB82}"/>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C9DC8104-3A24-4807-A49F-928A559DD24D}"/>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72D725-31CF-4344-BF56-CE93F7B6A74B}"/>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6CBBF647-316D-4D46-89D8-0514ECF83720}"/>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7036FAB1-F733-42CB-924B-FC076752A90D}"/>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02434847-408F-437B-BAAE-B2D40D9807E5}"/>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85C4C5AF-9D1E-47B2-8A58-FBD6B37DAAD2}"/>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B3E368CD-281B-459D-9916-4BEE6D547D78}"/>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71B4729-628E-4CBE-87B8-2815363D94D8}"/>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B32BBA9D-C07F-46A5-92A7-7C6C8ACBBAE8}"/>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7E45CD22-3745-48FC-BEEB-9E9AB4D52E50}"/>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735EFE5D-DA1E-4143-B7D5-AF665817E46E}"/>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AE597441-BCCE-44C8-8CA9-650C2336C990}"/>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FEDF3FA-4809-44D7-9052-3A7C7107DCD2}"/>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D34440AE-5AE4-4228-9A9C-15ED104A7339}"/>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AA0A2F4E-F0BB-4F23-843E-B9198E8573D8}"/>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F4694E9C-9034-4A15-8622-B1D95F1D858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F9FC50F-7661-452D-8192-AFBE2412C27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887732372"/>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7EE63FC-51D8-4A98-B535-03B8403B03E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5099E646-775E-4DA4-A283-34F8AE13B3F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F6F1E336-9803-45A4-9313-D31769392B4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082EDFC4-B9A7-4386-8190-061D94F0D7B7}"/>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66508E9A-935D-46A9-B11F-9C835C24D7BA}"/>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E96D23D5-45FB-42F1-909C-AA832459A452}"/>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2D782B1F-62A0-45CA-8AF5-8F4A4778C8BD}"/>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FC1F0B3D-D3B9-4ADC-8217-4FFB34AC7BFD}"/>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441B1FDA-D134-476E-8323-DE8A6579F89A}"/>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cxnSp>
        <p:nvCxnSpPr>
          <p:cNvPr id="37"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38"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graphicFrame>
        <p:nvGraphicFramePr>
          <p:cNvPr id="39"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029fe83c6480484f"/>
          </a:graphicData>
        </a:graphic>
      </p:graphicFrame>
      <p:sp>
        <p:nvSpPr>
          <p:cNvPr id="13" name="">
            <a:extLst xmlns:a="http://schemas.openxmlformats.org/drawingml/2006/main">
              <a:ext uri="{FF2B5EF4-FFF2-40B4-BE49-F238E27FC236}">
                <a16:creationId xmlns:a16="http://schemas.microsoft.com/office/drawing/2014/main" id="{08F6EBB8-EDF1-47EE-9234-51559F34E8E0}"/>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7F295FFA-D886-440A-9206-96A5CA9A0A33}"/>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47802F-404F-46D3-8F2E-1984822F9186}"/>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22491B1-6715-439E-BE69-3E1FA762FBFD}"/>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34BCF8BB-AA8C-4A27-AAF0-4355775DFC27}"/>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34A3DAB9-2848-44BF-B7C4-F5D1953FAD58}"/>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C046AD84-9E98-4305-BB34-00199648A3AB}"/>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197D3C17-4B62-43FC-80B1-4CFCD4E3A702}"/>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5CF90F03-2506-4029-955B-23D4DDDF9949}"/>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74A1E27-73CD-4928-A2E4-F472B21ECE5A}"/>
              </a:ext>
            </a:extLst>
          </p:cNvPr>
          <p:cNvSpPr>
            <a:spLocks xmlns:a="http://schemas.openxmlformats.org/drawingml/2006/main" noGrp="1"/>
          </p:cNvSpPr>
          <p:nvPr/>
        </p:nvSpPr>
        <p:spPr>
          <a:xfrm xmlns:a="http://schemas.openxmlformats.org/drawingml/2006/main">
            <a:off x="8286750" y="4343400"/>
            <a:ext cx="14287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B3C28F5-3E0D-4C0E-A760-2AAF2DFB4533}"/>
              </a:ext>
            </a:extLst>
          </p:cNvPr>
          <p:cNvSpPr>
            <a:spLocks xmlns:a="http://schemas.openxmlformats.org/drawingml/2006/main" noGrp="1"/>
          </p:cNvSpPr>
          <p:nvPr/>
        </p:nvSpPr>
        <p:spPr>
          <a:xfrm xmlns:a="http://schemas.openxmlformats.org/drawingml/2006/main">
            <a:off x="8382000" y="43624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READING</a:t>
            </a:r>
          </a:p>
        </p:txBody>
      </p:sp>
      <p:sp>
        <p:nvSpPr>
          <p:cNvPr id="24" name="">
            <a:extLst xmlns:a="http://schemas.openxmlformats.org/drawingml/2006/main">
              <a:ext uri="{FF2B5EF4-FFF2-40B4-BE49-F238E27FC236}">
                <a16:creationId xmlns:a16="http://schemas.microsoft.com/office/drawing/2014/main" id="{25837DF9-F115-40A6-9ED2-9B91F44B4B3A}"/>
              </a:ext>
            </a:extLst>
          </p:cNvPr>
          <p:cNvSpPr>
            <a:spLocks xmlns:a="http://schemas.openxmlformats.org/drawingml/2006/main" noGrp="1"/>
          </p:cNvSpPr>
          <p:nvPr/>
        </p:nvSpPr>
        <p:spPr>
          <a:xfrm xmlns:a="http://schemas.openxmlformats.org/drawingml/2006/main">
            <a:off x="8286750" y="47625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Regional, not head-local</a:t>
            </a:r>
          </a:p>
        </p:txBody>
      </p:sp>
      <p:sp>
        <p:nvSpPr>
          <p:cNvPr id="25" name="">
            <a:extLst xmlns:a="http://schemas.openxmlformats.org/drawingml/2006/main">
              <a:ext uri="{FF2B5EF4-FFF2-40B4-BE49-F238E27FC236}">
                <a16:creationId xmlns:a16="http://schemas.microsoft.com/office/drawing/2014/main" id="{BED03FB0-F6DC-432F-A2FF-941AB04F6DAD}"/>
              </a:ext>
            </a:extLst>
          </p:cNvPr>
          <p:cNvSpPr>
            <a:spLocks xmlns:a="http://schemas.openxmlformats.org/drawingml/2006/main" noGrp="1"/>
          </p:cNvSpPr>
          <p:nvPr/>
        </p:nvSpPr>
        <p:spPr>
          <a:xfrm xmlns:a="http://schemas.openxmlformats.org/drawingml/2006/main">
            <a:off x="8286750" y="51435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Target residuals pass restoration and ablation; the selected head alone does not.</a:t>
            </a:r>
          </a:p>
        </p:txBody>
      </p:sp>
      <p:sp>
        <p:nvSpPr>
          <p:cNvPr id="26" name="">
            <a:extLst xmlns:a="http://schemas.openxmlformats.org/drawingml/2006/main">
              <a:ext uri="{FF2B5EF4-FFF2-40B4-BE49-F238E27FC236}">
                <a16:creationId xmlns:a16="http://schemas.microsoft.com/office/drawing/2014/main" id="{5F12002E-2AE0-4F1D-AAD1-6641A03F068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F32A6A2-5454-490C-91E1-399EFE782BA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1586589764"/>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9DB40FD-0256-4910-9A43-CCAC1DC2391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FINE-TUNING DELTA LENS</a:t>
            </a:r>
          </a:p>
        </p:txBody>
      </p:sp>
      <p:sp>
        <p:nvSpPr>
          <p:cNvPr id="2" name="">
            <a:extLst xmlns:a="http://schemas.openxmlformats.org/drawingml/2006/main">
              <a:ext uri="{FF2B5EF4-FFF2-40B4-BE49-F238E27FC236}">
                <a16:creationId xmlns:a16="http://schemas.microsoft.com/office/drawing/2014/main" id="{E69401D0-60BE-4FFC-BC83-CE07F3189B7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17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Action margins improve without stronger value-weighted target grounding</a:t>
            </a:r>
          </a:p>
        </p:txBody>
      </p:sp>
      <p:sp>
        <p:nvSpPr>
          <p:cNvPr id="3" name="">
            <a:extLst xmlns:a="http://schemas.openxmlformats.org/drawingml/2006/main">
              <a:ext uri="{FF2B5EF4-FFF2-40B4-BE49-F238E27FC236}">
                <a16:creationId xmlns:a16="http://schemas.microsoft.com/office/drawing/2014/main" id="{C947ACDF-DB90-4CED-BE5B-053F192DF5B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AFA468DC-FB19-4605-BC9B-6E2218E1BA34}"/>
              </a:ext>
            </a:extLst>
          </p:cNvPr>
          <p:cNvSpPr>
            <a:spLocks xmlns:a="http://schemas.openxmlformats.org/drawingml/2006/main" noGrp="1"/>
          </p:cNvSpPr>
          <p:nvPr/>
        </p:nvSpPr>
        <p:spPr>
          <a:xfrm xmlns:a="http://schemas.openxmlformats.org/drawingml/2006/main">
            <a:off x="609600" y="1085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Same native screenshot and official prompt, with independent oracle coordinates for four alternate instructions per checkpoint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f4ea5ba587e4a40"/>
          <a:srcRect xmlns:a="http://schemas.openxmlformats.org/drawingml/2006/main" l="0" t="7778" r="0" b="7778"/>
          <a:stretch xmlns:a="http://schemas.openxmlformats.org/drawingml/2006/main">
            <a:fillRect l="0" t="0" r="0" b="0"/>
          </a:stretch>
        </p:blipFill>
        <p:spPr>
          <a:xfrm xmlns:a="http://schemas.openxmlformats.org/drawingml/2006/main">
            <a:off x="609600" y="1466850"/>
            <a:ext cx="3429000" cy="1809750"/>
          </a:xfrm>
          <a:prstGeom xmlns:a="http://schemas.openxmlformats.org/drawingml/2006/main" prst="roundRect">
            <a:avLst>
              <a:gd name="adj" fmla="val 6316"/>
            </a:avLst>
          </a:prstGeom>
        </p:spPr>
      </p:pic>
      <p:sp>
        <p:nvSpPr>
          <p:cNvPr id="6" name="">
            <a:extLst xmlns:a="http://schemas.openxmlformats.org/drawingml/2006/main">
              <a:ext uri="{FF2B5EF4-FFF2-40B4-BE49-F238E27FC236}">
                <a16:creationId xmlns:a16="http://schemas.microsoft.com/office/drawing/2014/main" id="{238DDA81-DDBC-4F5E-BE64-D6E714F74663}"/>
              </a:ext>
            </a:extLst>
          </p:cNvPr>
          <p:cNvSpPr>
            <a:spLocks xmlns:a="http://schemas.openxmlformats.org/drawingml/2006/main" noGrp="1"/>
          </p:cNvSpPr>
          <p:nvPr/>
        </p:nvSpPr>
        <p:spPr>
          <a:xfrm xmlns:a="http://schemas.openxmlformats.org/drawingml/2006/main">
            <a:off x="6096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d7d4cbce0c74126"/>
          <a:srcRect xmlns:a="http://schemas.openxmlformats.org/drawingml/2006/main" l="0" t="7778" r="0" b="7778"/>
          <a:stretch xmlns:a="http://schemas.openxmlformats.org/drawingml/2006/main">
            <a:fillRect l="0" t="0" r="0" b="0"/>
          </a:stretch>
        </p:blipFill>
        <p:spPr>
          <a:xfrm xmlns:a="http://schemas.openxmlformats.org/drawingml/2006/main">
            <a:off x="4381500" y="1466850"/>
            <a:ext cx="3429000"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AF95F768-DD2B-4512-AD7F-E05CBDCEA9DB}"/>
              </a:ext>
            </a:extLst>
          </p:cNvPr>
          <p:cNvSpPr>
            <a:spLocks xmlns:a="http://schemas.openxmlformats.org/drawingml/2006/main" noGrp="1"/>
          </p:cNvSpPr>
          <p:nvPr/>
        </p:nvSpPr>
        <p:spPr>
          <a:xfrm xmlns:a="http://schemas.openxmlformats.org/drawingml/2006/main">
            <a:off x="43815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53cfb99d2c04b6a"/>
          <a:srcRect xmlns:a="http://schemas.openxmlformats.org/drawingml/2006/main" l="0" t="7778" r="0" b="7778"/>
          <a:stretch xmlns:a="http://schemas.openxmlformats.org/drawingml/2006/main">
            <a:fillRect l="0" t="0" r="0" b="0"/>
          </a:stretch>
        </p:blipFill>
        <p:spPr>
          <a:xfrm xmlns:a="http://schemas.openxmlformats.org/drawingml/2006/main">
            <a:off x="8153400" y="1466850"/>
            <a:ext cx="3429000" cy="1809750"/>
          </a:xfrm>
          <a:prstGeom xmlns:a="http://schemas.openxmlformats.org/drawingml/2006/main" prst="roundRect">
            <a:avLst>
              <a:gd name="adj" fmla="val 6316"/>
            </a:avLst>
          </a:prstGeom>
        </p:spPr>
      </p:pic>
      <p:sp>
        <p:nvSpPr>
          <p:cNvPr id="10" name="">
            <a:extLst xmlns:a="http://schemas.openxmlformats.org/drawingml/2006/main">
              <a:ext uri="{FF2B5EF4-FFF2-40B4-BE49-F238E27FC236}">
                <a16:creationId xmlns:a16="http://schemas.microsoft.com/office/drawing/2014/main" id="{4A3B53D2-0571-4D59-BFB7-6B129CCD22B6}"/>
              </a:ext>
            </a:extLst>
          </p:cNvPr>
          <p:cNvSpPr>
            <a:spLocks xmlns:a="http://schemas.openxmlformats.org/drawingml/2006/main" noGrp="1"/>
          </p:cNvSpPr>
          <p:nvPr/>
        </p:nvSpPr>
        <p:spPr>
          <a:xfrm xmlns:a="http://schemas.openxmlformats.org/drawingml/2006/main">
            <a:off x="81534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54AC2B65-C993-499A-993E-FCF260F3A876}"/>
              </a:ext>
            </a:extLst>
          </p:cNvPr>
          <p:cNvSpPr>
            <a:spLocks xmlns:a="http://schemas.openxmlformats.org/drawingml/2006/main" noGrp="1"/>
          </p:cNvSpPr>
          <p:nvPr/>
        </p:nvSpPr>
        <p:spPr>
          <a:xfrm xmlns:a="http://schemas.openxmlformats.org/drawingml/2006/main">
            <a:off x="704850" y="1562100"/>
            <a:ext cx="32385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19D233D-1771-495C-9DDF-2B3338F150CE}"/>
              </a:ext>
            </a:extLst>
          </p:cNvPr>
          <p:cNvSpPr>
            <a:spLocks xmlns:a="http://schemas.openxmlformats.org/drawingml/2006/main" noGrp="1"/>
          </p:cNvSpPr>
          <p:nvPr/>
        </p:nvSpPr>
        <p:spPr>
          <a:xfrm xmlns:a="http://schemas.openxmlformats.org/drawingml/2006/main">
            <a:off x="8001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QWEN · TARGET − CONTROL +13.2 PP</a:t>
            </a:r>
          </a:p>
        </p:txBody>
      </p:sp>
      <p:sp>
        <p:nvSpPr>
          <p:cNvPr id="13" name="">
            <a:extLst xmlns:a="http://schemas.openxmlformats.org/drawingml/2006/main">
              <a:ext uri="{FF2B5EF4-FFF2-40B4-BE49-F238E27FC236}">
                <a16:creationId xmlns:a16="http://schemas.microsoft.com/office/drawing/2014/main" id="{2E8ACAB5-75F5-4A92-A542-17646FA81DAC}"/>
              </a:ext>
            </a:extLst>
          </p:cNvPr>
          <p:cNvSpPr>
            <a:spLocks xmlns:a="http://schemas.openxmlformats.org/drawingml/2006/main" noGrp="1"/>
          </p:cNvSpPr>
          <p:nvPr/>
        </p:nvSpPr>
        <p:spPr>
          <a:xfrm xmlns:a="http://schemas.openxmlformats.org/drawingml/2006/main">
            <a:off x="4476750" y="1562100"/>
            <a:ext cx="3238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49B0B1C-7D0A-4AD4-AB53-91EF4D39932D}"/>
              </a:ext>
            </a:extLst>
          </p:cNvPr>
          <p:cNvSpPr>
            <a:spLocks xmlns:a="http://schemas.openxmlformats.org/drawingml/2006/main" noGrp="1"/>
          </p:cNvSpPr>
          <p:nvPr/>
        </p:nvSpPr>
        <p:spPr>
          <a:xfrm xmlns:a="http://schemas.openxmlformats.org/drawingml/2006/main">
            <a:off x="45720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TARGET − CONTROL +12.4 PP</a:t>
            </a:r>
          </a:p>
        </p:txBody>
      </p:sp>
      <p:sp>
        <p:nvSpPr>
          <p:cNvPr id="15" name="">
            <a:extLst xmlns:a="http://schemas.openxmlformats.org/drawingml/2006/main">
              <a:ext uri="{FF2B5EF4-FFF2-40B4-BE49-F238E27FC236}">
                <a16:creationId xmlns:a16="http://schemas.microsoft.com/office/drawing/2014/main" id="{3CFDECB5-2011-4B7E-8C33-CD5C043227EC}"/>
              </a:ext>
            </a:extLst>
          </p:cNvPr>
          <p:cNvSpPr>
            <a:spLocks xmlns:a="http://schemas.openxmlformats.org/drawingml/2006/main" noGrp="1"/>
          </p:cNvSpPr>
          <p:nvPr/>
        </p:nvSpPr>
        <p:spPr>
          <a:xfrm xmlns:a="http://schemas.openxmlformats.org/drawingml/2006/main">
            <a:off x="8248650" y="1562100"/>
            <a:ext cx="3238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F50939D-E6FF-4082-9F82-3B460D02E0FA}"/>
              </a:ext>
            </a:extLst>
          </p:cNvPr>
          <p:cNvSpPr>
            <a:spLocks xmlns:a="http://schemas.openxmlformats.org/drawingml/2006/main" noGrp="1"/>
          </p:cNvSpPr>
          <p:nvPr/>
        </p:nvSpPr>
        <p:spPr>
          <a:xfrm xmlns:a="http://schemas.openxmlformats.org/drawingml/2006/main">
            <a:off x="83439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QWEN · -0.8 PP AT TARGET</a:t>
            </a:r>
          </a:p>
        </p:txBody>
      </p:sp>
      <p:sp>
        <p:nvSpPr>
          <p:cNvPr id="17" name="">
            <a:extLst xmlns:a="http://schemas.openxmlformats.org/drawingml/2006/main">
              <a:ext uri="{FF2B5EF4-FFF2-40B4-BE49-F238E27FC236}">
                <a16:creationId xmlns:a16="http://schemas.microsoft.com/office/drawing/2014/main" id="{C8780B53-4358-4808-ACCE-9152355B0184}"/>
              </a:ext>
            </a:extLst>
          </p:cNvPr>
          <p:cNvSpPr>
            <a:spLocks xmlns:a="http://schemas.openxmlformats.org/drawingml/2006/main" noGrp="1"/>
          </p:cNvSpPr>
          <p:nvPr/>
        </p:nvSpPr>
        <p:spPr>
          <a:xfrm xmlns:a="http://schemas.openxmlformats.org/drawingml/2006/main">
            <a:off x="609600" y="35242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ACTION-MARGIN DELTA BY LAYER</a:t>
            </a:r>
          </a:p>
        </p:txBody>
      </p:sp>
      <p:graphicFrame>
        <p:nvGraphicFramePr>
          <p:cNvPr id="43" name="Chart"/>
          <p:cNvGraphicFramePr/>
          <p:nvPr/>
        </p:nvGraphicFramePr>
        <p:xfrm>
          <a:off xmlns:a="http://schemas.openxmlformats.org/drawingml/2006/main" x="609600" y="3733800"/>
          <a:ext xmlns:a="http://schemas.openxmlformats.org/drawingml/2006/main" cx="6858000" cy="2038350"/>
        </p:xfrm>
        <a:graphic xmlns:a="http://schemas.openxmlformats.org/drawingml/2006/main">
          <a:graphicData uri="http://schemas.openxmlformats.org/drawingml/2006/chart">
            <c:chart xmlns:r="http://schemas.openxmlformats.org/officeDocument/2006/relationships" xmlns:c="http://schemas.openxmlformats.org/drawingml/2006/chart" r:id="Rbafefb7ec41f470f"/>
          </a:graphicData>
        </a:graphic>
      </p:graphicFrame>
      <p:sp>
        <p:nvSpPr>
          <p:cNvPr id="19" name="">
            <a:extLst xmlns:a="http://schemas.openxmlformats.org/drawingml/2006/main">
              <a:ext uri="{FF2B5EF4-FFF2-40B4-BE49-F238E27FC236}">
                <a16:creationId xmlns:a16="http://schemas.microsoft.com/office/drawing/2014/main" id="{A91712B4-C4C4-46C2-AECC-AF7692FAD4B8}"/>
              </a:ext>
            </a:extLst>
          </p:cNvPr>
          <p:cNvSpPr>
            <a:spLocks xmlns:a="http://schemas.openxmlformats.org/drawingml/2006/main" noGrp="1"/>
          </p:cNvSpPr>
          <p:nvPr/>
        </p:nvSpPr>
        <p:spPr>
          <a:xfrm xmlns:a="http://schemas.openxmlformats.org/drawingml/2006/main">
            <a:off x="7772400" y="35242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HOTEL FINAL STEP · VALUE-NORM ATTENTION</a:t>
            </a:r>
          </a:p>
        </p:txBody>
      </p:sp>
      <p:graphicFrame>
        <p:nvGraphicFramePr>
          <p:cNvPr id="45" name="Chart"/>
          <p:cNvGraphicFramePr/>
          <p:nvPr/>
        </p:nvGraphicFramePr>
        <p:xfrm>
          <a:off xmlns:a="http://schemas.openxmlformats.org/drawingml/2006/main" x="7772400" y="3733800"/>
          <a:ext xmlns:a="http://schemas.openxmlformats.org/drawingml/2006/main" cx="3810000" cy="2038350"/>
        </p:xfrm>
        <a:graphic xmlns:a="http://schemas.openxmlformats.org/drawingml/2006/main">
          <a:graphicData uri="http://schemas.openxmlformats.org/drawingml/2006/chart">
            <c:chart xmlns:r="http://schemas.openxmlformats.org/officeDocument/2006/relationships" xmlns:c="http://schemas.openxmlformats.org/drawingml/2006/chart" r:id="Rd728f122ac114bab"/>
          </a:graphicData>
        </a:graphic>
      </p:graphicFrame>
      <p:sp>
        <p:nvSpPr>
          <p:cNvPr id="21" name="">
            <a:extLst xmlns:a="http://schemas.openxmlformats.org/drawingml/2006/main">
              <a:ext uri="{FF2B5EF4-FFF2-40B4-BE49-F238E27FC236}">
                <a16:creationId xmlns:a16="http://schemas.microsoft.com/office/drawing/2014/main" id="{DF66E47A-882E-4D8C-8089-1B242F588060}"/>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oundRect">
            <a:avLst>
              <a:gd name="adj" fmla="val 21053"/>
            </a:avLst>
          </a:prstGeom>
          <a:solidFill xmlns:a="http://schemas.openxmlformats.org/drawingml/2006/main">
            <a:srgbClr val="1C27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80B9A4B-66A6-4293-8434-2C53BDE134C6}"/>
              </a:ext>
            </a:extLst>
          </p:cNvPr>
          <p:cNvSpPr>
            <a:spLocks xmlns:a="http://schemas.openxmlformats.org/drawingml/2006/main" noGrp="1"/>
          </p:cNvSpPr>
          <p:nvPr/>
        </p:nvSpPr>
        <p:spPr>
          <a:xfrm xmlns:a="http://schemas.openxmlformats.org/drawingml/2006/main">
            <a:off x="781050" y="59817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5/5 ScreenSpot final shifts positive · mean +1.14 nats/token · 3 cross zero</a:t>
            </a:r>
          </a:p>
        </p:txBody>
      </p:sp>
      <p:sp>
        <p:nvSpPr>
          <p:cNvPr id="23" name="">
            <a:extLst xmlns:a="http://schemas.openxmlformats.org/drawingml/2006/main">
              <a:ext uri="{FF2B5EF4-FFF2-40B4-BE49-F238E27FC236}">
                <a16:creationId xmlns:a16="http://schemas.microsoft.com/office/drawing/2014/main" id="{76C099ED-87DC-4AC0-8F7D-C09EC7366634}"/>
              </a:ext>
            </a:extLst>
          </p:cNvPr>
          <p:cNvSpPr>
            <a:spLocks xmlns:a="http://schemas.openxmlformats.org/drawingml/2006/main" noGrp="1"/>
          </p:cNvSpPr>
          <p:nvPr/>
        </p:nvSpPr>
        <p:spPr>
          <a:xfrm xmlns:a="http://schemas.openxmlformats.org/drawingml/2006/main">
            <a:off x="6115050" y="5981700"/>
            <a:ext cx="525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5E2B8"/>
                </a:solidFill>
                <a:latin typeface="Helvetica Neue"/>
                <a:ea typeface="Helvetica Neue"/>
                <a:cs typeface="Helvetica Neue"/>
              </a:defRPr>
            </a:pPr>
            <a:r>
              <a:rPr sz="975" b="1">
                <a:solidFill>
                  <a:srgbClr val="F5E2B8"/>
                </a:solidFill>
                <a:latin typeface="Helvetica Neue"/>
                <a:ea typeface="Helvetica Neue"/>
                <a:cs typeface="Helvetica Neue"/>
              </a:rPr>
              <a:t>Paired value-norm -0.78 pp · LOO ≥0.95 · raw +1.36 pp</a:t>
            </a:r>
          </a:p>
        </p:txBody>
      </p:sp>
      <p:sp>
        <p:nvSpPr>
          <p:cNvPr id="24" name="">
            <a:extLst xmlns:a="http://schemas.openxmlformats.org/drawingml/2006/main">
              <a:ext uri="{FF2B5EF4-FFF2-40B4-BE49-F238E27FC236}">
                <a16:creationId xmlns:a16="http://schemas.microsoft.com/office/drawing/2014/main" id="{F0AFD055-BFBD-46B2-A363-84D0AE2418C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040BFBE-BD23-420D-A6C0-B222B6EDF9C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input ceiling: ScreenSpot retains 99.6% area; hotel frames retain 97.8% after patch alignment · attention is descriptive, not causal</a:t>
            </a:r>
          </a:p>
        </p:txBody>
      </p:sp>
    </p:spTree>
    <p:extLst>
      <p:ext uri="{BB962C8B-B14F-4D97-AF65-F5344CB8AC3E}">
        <p14:creationId xmlns:p14="http://schemas.microsoft.com/office/powerpoint/2010/main" val="559951765"/>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9E89D30-2F41-4EBF-AD81-BD9E5752A2E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C64E96FA-57C5-4C51-B2F6-C46E3205B5A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AB0256D1-7CC5-44D3-B839-80BA117C20D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D6A90727-1C42-4F18-B7D1-FF1CB1269053}"/>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E82B0E94-016C-4EE9-8EB8-BC9C90B8C838}"/>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A79791E-A085-4A51-BB0E-C1F586E0CDB7}"/>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509ACF1D-4285-4653-BF58-80F4D090559B}"/>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96C683-6B1F-4FE6-958B-3F9F069EF2D4}"/>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9960DDB0-184A-49A5-9ACC-E8605E4FE90E}"/>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C081DF84-CFDD-4E6F-BEE0-B5EA0356A6FE}"/>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1A467546-B621-4DCA-A4A9-FC0A0F63303C}"/>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A38398-D445-4AD0-8E5D-592FF7C2F0E1}"/>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2EBA93DF-372E-4CC2-9D1D-BFE6BEA908AB}"/>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1892AC7-DB73-4498-8ED7-CC159277C304}"/>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1858A37A-2D0F-41A5-8B32-62F06EF6E332}"/>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01715975-0308-4906-862E-80AC261C6653}"/>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5CFCF950-0DF3-459E-9663-CC31A9E94A1E}"/>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4302EA0-EEA9-4A27-A2F4-F60EF5DABAFC}"/>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0B166C56-366F-4CB8-A7EC-1349A5D292E5}"/>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10BA8FE-E3EC-4B08-9B19-A079AB222374}"/>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16FF9ECF-C656-4AFB-9FDC-DC59A63F875C}"/>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AEBD8EFC-D094-48E2-AA0F-BCA526C6A779}"/>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DCDF0169-3691-412F-8CAF-B0C093499739}"/>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2B2C1DB-1009-4573-9F4F-693E820DB539}"/>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12AE886C-CBA8-4E9E-8C25-ACECE140B49D}"/>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25BD97E-2886-4047-B083-FA603DB20912}"/>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7402AE56-CCCC-488F-BAC7-7614151DF7C5}"/>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AEE35158-EE87-44A1-8794-11152BE4B271}"/>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8A32923-09CB-46DA-895C-04E43CA41180}"/>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22DC383F-8E4B-4796-8981-35BE6A7829E7}"/>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9931C5B0-8463-4A78-8F22-796F59975103}"/>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1C826BAC-5C2C-4A62-ACF9-68708313BCC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3E1A754-273E-44F7-910F-2EEFC21C30F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93284596"/>
      </p:ext>
    </p:extLst>
  </p:cSld>
</p:sld>
</file>

<file path=ppt/slides/slide14.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06AB303-8F4B-4AE3-9E15-19375EE2104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5C4CA231-B0AA-46A5-BD77-9CF030A21B3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A260C6D2-A452-4D5D-BEDD-74F6519DB99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8ED8E0F-CD82-4A68-AF37-8E8F517EE1D5}"/>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9FAB7F-7D9E-4FD4-A815-9C17A2D05580}"/>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F00603C6-5520-475D-8E79-E521FEC8C40D}"/>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8C930D0C-41FF-4613-B824-D69CF3E3BEF4}"/>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B6035D7E-28B8-43A4-9580-7CA6B66A013B}"/>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07BD41-112B-4E9D-885C-AFEE00772DC6}"/>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B1F592E-BE51-4F85-928C-DD27F3AA817D}"/>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6EFA55F5-5B6C-4262-8776-930A04973DDA}"/>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5B61929B-2343-4CB1-B377-991DD9D19E78}"/>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188BCB-41F5-4577-9B19-76C36781BA1E}"/>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0F9FBD8F-4B27-40C7-95FE-03444F45F7F8}"/>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85830562-D91E-4288-AFBA-7650ED647FFF}"/>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86223BE8-FE63-46B5-81AD-48FD2260A058}"/>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0DE3283-C8CC-4C3B-BA08-7A0242A853B7}"/>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42E859DC-92C3-431B-B482-C891231B3C00}"/>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A98EB92-ACC5-4525-8DC5-BCE7B8AA2ACD}"/>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24F03FED-E2B8-4CCA-BA87-59EAE9920079}"/>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314E0947-EE18-461E-B4CC-B75013CF4BA4}"/>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9183FF89-75F2-4C45-B346-618A0B8CC32C}"/>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9BDDB90-C34D-4C86-A27C-5D2BFDD92169}"/>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A1F413A1-3141-4867-A203-D6393ED54A64}"/>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A9A75D55-9482-4821-8A96-F89DA9BE9A36}"/>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666F6E6B-0877-4917-ADB0-C62291BD3CE0}"/>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8A38BE8-E8FA-4F0E-AB6B-141A5ACF0692}"/>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4B8C22E6-E3A6-4B75-AEC2-6AA462370BDA}"/>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3E768268-1AC7-4F89-B338-A9E81CF0E4DA}"/>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399F4FF2-C409-4046-BC9D-12BE7673A87D}"/>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88E8175-48AB-484A-8E1E-703316275C63}"/>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DD8EA65A-8D06-405E-9F37-6CEF9AE5F2AB}"/>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B4D33057-4DE3-41D7-B362-97ADB4EC8FF2}"/>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D5CAF2F0-D2F6-44A7-9267-F5B900F685BB}"/>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0589773-A721-4046-8066-F3D1CF7521DD}"/>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D60EFF14-A38C-4FE3-9013-C50AEAF71FC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9DF2342-AD61-494A-B3C3-096FFDEA9D6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2091993007"/>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DDC780-AA99-45E9-BA76-7D5343DFB42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1DBC036D-5019-4BE3-8839-24E6830EA09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33A215A1-480D-4015-AA77-80D5BF59942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81CF4A67-7A2D-4D57-8683-D5CDCA2DBFB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ECEE07A1-AD8B-42F0-B060-2F1A11F86C4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94A36F-3CC1-498E-8395-7BF6C402FD6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435455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2026-09-21T16:15:29.4270000Z</dcterms:created>
  <dcterms:modified xsi:type="dcterms:W3CDTF">2026-09-21T16:15:29.4270000Z</dcterms:modified>
</coreProperties>
</file>