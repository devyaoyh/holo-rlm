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958135e0394783" /><Relationship Type="http://schemas.openxmlformats.org/officeDocument/2006/relationships/extended-properties" Target="/docProps/app.xml" Id="R4b73f251bd384474" /><Relationship Type="http://schemas.openxmlformats.org/officeDocument/2006/relationships/officeDocument" Target="/ppt/presentation.xml" Id="R27e5978f4806421d" /></Relationships>
</file>

<file path=ppt/presentation.xml><?xml version="1.0" encoding="utf-8"?>
<p:presentation xmlns:p="http://schemas.openxmlformats.org/presentationml/2006/main">
  <p:sldMasterIdLst>
    <p:sldMasterId xmlns:r="http://schemas.openxmlformats.org/officeDocument/2006/relationships" id="2147483648" r:id="R6aabc6cba4b642fe"/>
  </p:sldMasterIdLst>
  <p:notesMasterIdLst>
    <p:notesMasterId xmlns:r="http://schemas.openxmlformats.org/officeDocument/2006/relationships" r:id="R12402326e47c4235"/>
  </p:notesMasterIdLst>
  <p:sldIdLst>
    <p:sldId xmlns:r="http://schemas.openxmlformats.org/officeDocument/2006/relationships" id="256" r:id="Rc951c84449ff4f53"/>
    <p:sldId xmlns:r="http://schemas.openxmlformats.org/officeDocument/2006/relationships" id="257" r:id="R0886220a11b74a0b"/>
    <p:sldId xmlns:r="http://schemas.openxmlformats.org/officeDocument/2006/relationships" id="258" r:id="Re4687ea31324499c"/>
    <p:sldId xmlns:r="http://schemas.openxmlformats.org/officeDocument/2006/relationships" id="259" r:id="R8967c2f1461e4ab9"/>
    <p:sldId xmlns:r="http://schemas.openxmlformats.org/officeDocument/2006/relationships" id="260" r:id="Rf65e7f7752ac440f"/>
    <p:sldId xmlns:r="http://schemas.openxmlformats.org/officeDocument/2006/relationships" id="261" r:id="R85622ebba3074700"/>
    <p:sldId xmlns:r="http://schemas.openxmlformats.org/officeDocument/2006/relationships" id="262" r:id="R7941237d6bad4b20"/>
    <p:sldId xmlns:r="http://schemas.openxmlformats.org/officeDocument/2006/relationships" id="263" r:id="R1aa345cc564f4662"/>
    <p:sldId xmlns:r="http://schemas.openxmlformats.org/officeDocument/2006/relationships" id="264" r:id="R1e1a2dba32dc4674"/>
    <p:sldId xmlns:r="http://schemas.openxmlformats.org/officeDocument/2006/relationships" id="265" r:id="Rfad8b0b692b7466f"/>
    <p:sldId xmlns:r="http://schemas.openxmlformats.org/officeDocument/2006/relationships" id="266" r:id="Rb52801110c42481f"/>
    <p:sldId xmlns:r="http://schemas.openxmlformats.org/officeDocument/2006/relationships" id="267" r:id="R728f4069cf8f49d4"/>
    <p:sldId xmlns:r="http://schemas.openxmlformats.org/officeDocument/2006/relationships" id="268" r:id="R107677f79da940ee"/>
    <p:sldId xmlns:r="http://schemas.openxmlformats.org/officeDocument/2006/relationships" id="269" r:id="R99f6fe46eed24a61"/>
    <p:sldId xmlns:r="http://schemas.openxmlformats.org/officeDocument/2006/relationships" id="270" r:id="Rb64afc7459a647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31698cc5194ef1" /><Relationship Type="http://schemas.openxmlformats.org/officeDocument/2006/relationships/slideMaster" Target="/ppt/slideMasters/slideMaster1.xml" Id="R6aabc6cba4b642fe" /><Relationship Type="http://schemas.openxmlformats.org/officeDocument/2006/relationships/notesMaster" Target="/ppt/notesMasters/notesMaster1.xml" Id="R12402326e47c4235" /><Relationship Type="http://schemas.openxmlformats.org/officeDocument/2006/relationships/presProps" Target="/ppt/presProps.xml" Id="R1792196f83d54e72" /><Relationship Type="http://schemas.openxmlformats.org/officeDocument/2006/relationships/tableStyles" Target="/ppt/tableStyles.xml" Id="R5c33d31a16da4494" /><Relationship Type="http://schemas.openxmlformats.org/officeDocument/2006/relationships/slide" Target="/ppt/slides/slide1.xml" Id="Rc951c84449ff4f53" /><Relationship Type="http://schemas.openxmlformats.org/officeDocument/2006/relationships/slide" Target="/ppt/slides/slide2.xml" Id="R0886220a11b74a0b" /><Relationship Type="http://schemas.openxmlformats.org/officeDocument/2006/relationships/slide" Target="/ppt/slides/slide3.xml" Id="Re4687ea31324499c" /><Relationship Type="http://schemas.openxmlformats.org/officeDocument/2006/relationships/slide" Target="/ppt/slides/slide4.xml" Id="R8967c2f1461e4ab9" /><Relationship Type="http://schemas.openxmlformats.org/officeDocument/2006/relationships/slide" Target="/ppt/slides/slide5.xml" Id="Rf65e7f7752ac440f" /><Relationship Type="http://schemas.openxmlformats.org/officeDocument/2006/relationships/slide" Target="/ppt/slides/slide6.xml" Id="R85622ebba3074700" /><Relationship Type="http://schemas.openxmlformats.org/officeDocument/2006/relationships/slide" Target="/ppt/slides/slide7.xml" Id="R7941237d6bad4b20" /><Relationship Type="http://schemas.openxmlformats.org/officeDocument/2006/relationships/slide" Target="/ppt/slides/slide8.xml" Id="R1aa345cc564f4662" /><Relationship Type="http://schemas.openxmlformats.org/officeDocument/2006/relationships/slide" Target="/ppt/slides/slide9.xml" Id="R1e1a2dba32dc4674" /><Relationship Type="http://schemas.openxmlformats.org/officeDocument/2006/relationships/slide" Target="/ppt/slides/slide10.xml" Id="Rfad8b0b692b7466f" /><Relationship Type="http://schemas.openxmlformats.org/officeDocument/2006/relationships/slide" Target="/ppt/slides/slide11.xml" Id="Rb52801110c42481f" /><Relationship Type="http://schemas.openxmlformats.org/officeDocument/2006/relationships/slide" Target="/ppt/slides/slide12.xml" Id="R728f4069cf8f49d4" /><Relationship Type="http://schemas.openxmlformats.org/officeDocument/2006/relationships/slide" Target="/ppt/slides/slide13.xml" Id="R107677f79da940ee" /><Relationship Type="http://schemas.openxmlformats.org/officeDocument/2006/relationships/slide" Target="/ppt/slides/slide14.xml" Id="R99f6fe46eed24a61" /><Relationship Type="http://schemas.openxmlformats.org/officeDocument/2006/relationships/slide" Target="/ppt/slides/slide15.xml" Id="Rb64afc7459a647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43276321044a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f98d7acc29469e" /><Relationship Type="http://schemas.openxmlformats.org/officeDocument/2006/relationships/notesMaster" Target="/ppt/notesMasters/notesMaster1.xml" Id="Rd85c7db26e3e4d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4dd27e9f394eb5" /><Relationship Type="http://schemas.openxmlformats.org/officeDocument/2006/relationships/notesMaster" Target="/ppt/notesMasters/notesMaster1.xml" Id="Ra5ba7ee033b242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3cedbae5ec4c82" /><Relationship Type="http://schemas.openxmlformats.org/officeDocument/2006/relationships/notesMaster" Target="/ppt/notesMasters/notesMaster1.xml" Id="R8092bd1d435947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61aeb4619d4657" /><Relationship Type="http://schemas.openxmlformats.org/officeDocument/2006/relationships/notesMaster" Target="/ppt/notesMasters/notesMaster1.xml" Id="R34ab610733de45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10d096c5484070" /><Relationship Type="http://schemas.openxmlformats.org/officeDocument/2006/relationships/notesMaster" Target="/ppt/notesMasters/notesMaster1.xml" Id="Rfa14cb0d03a242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3c2bfd33dc42db" /><Relationship Type="http://schemas.openxmlformats.org/officeDocument/2006/relationships/notesMaster" Target="/ppt/notesMasters/notesMaster1.xml" Id="R4ca49869500f4f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fdf6820d744074" /><Relationship Type="http://schemas.openxmlformats.org/officeDocument/2006/relationships/notesMaster" Target="/ppt/notesMasters/notesMaster1.xml" Id="Ra3e42f2acea347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fbf4c401854307" /><Relationship Type="http://schemas.openxmlformats.org/officeDocument/2006/relationships/notesMaster" Target="/ppt/notesMasters/notesMaster1.xml" Id="Rb4097358d55d41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2d87599a0f4734" /><Relationship Type="http://schemas.openxmlformats.org/officeDocument/2006/relationships/notesMaster" Target="/ppt/notesMasters/notesMaster1.xml" Id="R659b9219539249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224587d5e24971" /><Relationship Type="http://schemas.openxmlformats.org/officeDocument/2006/relationships/notesMaster" Target="/ppt/notesMasters/notesMaster1.xml" Id="R32c584e677da46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f99bc445304154" /><Relationship Type="http://schemas.openxmlformats.org/officeDocument/2006/relationships/notesMaster" Target="/ppt/notesMasters/notesMaster1.xml" Id="R8ee73b79c8dc46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397b704d284852" /><Relationship Type="http://schemas.openxmlformats.org/officeDocument/2006/relationships/notesMaster" Target="/ppt/notesMasters/notesMaster1.xml" Id="Re6bfe9805f6a46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10035378624ad5" /><Relationship Type="http://schemas.openxmlformats.org/officeDocument/2006/relationships/notesMaster" Target="/ppt/notesMasters/notesMaster1.xml" Id="R1dcbec03ad424f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ac3012a1e64dd9" /><Relationship Type="http://schemas.openxmlformats.org/officeDocument/2006/relationships/notesMaster" Target="/ppt/notesMasters/notesMaster1.xml" Id="Rd5f9148aea9a4b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a2db7f21464be6" /><Relationship Type="http://schemas.openxmlformats.org/officeDocument/2006/relationships/notesMaster" Target="/ppt/notesMasters/notesMaster1.xml" Id="R533cdc68608a4f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2:55–4:05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4:05–5:05 — This is a fresh case from the official full ScreenSpot-Pro run, not an oracle-forced action. Holo freely returns JSON coordinate (209,241), which projects to (601.9,433.8) pixels and lands inside the annotated Fill control. For post-hoc attribution we replay Holo's own generated string and reconstruct value-norm attention separately for the x and y value tokens. The x token places 30.3% of its mass in columns that intersect the target; the y token places 28.2% in the target rows. The joint panel is the normalized geometric mean of the two maps, used only to visualize their spatial intersection; it places 12.9% on the tiny target box. The source stays at 2880x1800 under the 16,777,216-pixel ceiling, producing a 56x90 merged-token grid. Sources: data/remote-results/run/screenspot-full-official/summary.json and artifacts/screenspot-presentation/native-freegen-v1/native-freegen-attribution-summary.json.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5:05–6:00 — This is the failure illustration from the same official full-resolution run. Holo freely returns (124,72), which projects to (357.1,129.6) pixels. The x coordinate falls inside the annotated language-control width, while y is only 5.6 pixels below the target box. The joint x/y value-norm view still places 4.54% of its mass on the tiny target, 38.2 times the uniform patch-area baseline. This makes the distinction concrete: the model localized the correct toolbar neighborhood, but the action readout was not precise enough for point-in-box scoring. The overlay is post-hoc attribution of Holo's own generated action, not an oracle/distractor likelihood comparison. Source: artifacts/screenspot-presentation/native-freegen-v1/native-freegen-attribution-summary.json.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6:00–7:10 — This rerun uses the exact three 1024×720 trajectory frames at the checkpoint-native 16,777,216-pixel ceiling, producing a 22×32 merged-token grid per frame. Every condition receives the same neutral user setup, the same two teacher-forced scroll actions, and the same image bytes. The generic official hotel system prompt is retained; only the final visible-target instruction changes. Four controls request Juniper's button, Ember's button, the Lumen name, or the StayLocal logo, each with an independently curated oracle coordinate. Holo's value-norm target-box differential is 10.74 percentage points, versus 6.55 for base Qwen, a +4.19-point delta. Minimum leave-one-control-out cosine is 0.957. The current frame carries 68.1% of Holo's positive prompt differential, and the cheapest button carries 34.5%. This is a teacher-forced routing diagnostic, not a free-generation accuracy result. It shows that the final coordinate-token path can retrieve the sequence and bind to the visible cheapest affordance when resolution is preserved. Source: artifacts/screenspot-presentation/native-saliency-ppt48-hotel35-v1/native-saliency-summary.json.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7:10–8:15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8:15–9:05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9:05–10:00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10:00–11:05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11:05–11:55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11:55–12:45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3be448c2804e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fbc8afe66242eb" /><Relationship Type="http://schemas.openxmlformats.org/officeDocument/2006/relationships/slideLayout" Target="/ppt/slideLayouts/slideLayout1.xml" Id="Rac6adc038fc847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6adc038fc847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96c84802e640ba" /><Relationship Type="http://schemas.openxmlformats.org/officeDocument/2006/relationships/image" Target="/ppt/media/image.png" Id="R23b58a37cc9e475b" /><Relationship Type="http://schemas.openxmlformats.org/officeDocument/2006/relationships/notesSlide" Target="/ppt/notesSlides/notesSlide1.xml" Id="R8c6a3a342e5d4b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8f71297d3d4dc1" /><Relationship Type="http://schemas.openxmlformats.org/officeDocument/2006/relationships/notesSlide" Target="/ppt/notesSlides/notesSlide2.xml" Id="R7a7318f32f734f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4fa96a7b4f438e" /><Relationship Type="http://schemas.openxmlformats.org/officeDocument/2006/relationships/chart" Target="/ppt/slides/charts/chart1.xml" Id="R0e996d0e2b674582" /><Relationship Type="http://schemas.openxmlformats.org/officeDocument/2006/relationships/notesSlide" Target="/ppt/notesSlides/notesSlide3.xml" Id="R05aeeb965afa49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8c231d49dc4764" /><Relationship Type="http://schemas.openxmlformats.org/officeDocument/2006/relationships/chart" Target="/ppt/slides/charts/chart2.xml" Id="R23e6f38222854c67" /><Relationship Type="http://schemas.openxmlformats.org/officeDocument/2006/relationships/notesSlide" Target="/ppt/notesSlides/notesSlide4.xml" Id="R67953786dd2244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0686f7ee9e40fc" /><Relationship Type="http://schemas.openxmlformats.org/officeDocument/2006/relationships/notesSlide" Target="/ppt/notesSlides/notesSlide5.xml" Id="Raeafde77398b45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ac57664f74476c" /><Relationship Type="http://schemas.openxmlformats.org/officeDocument/2006/relationships/image" Target="/ppt/media/image2.png" Id="R708c13cee8844846" /><Relationship Type="http://schemas.openxmlformats.org/officeDocument/2006/relationships/image" Target="/ppt/media/image3.png" Id="Re0ae8f649b574953" /><Relationship Type="http://schemas.openxmlformats.org/officeDocument/2006/relationships/image" Target="/ppt/media/image4.png" Id="R1bea2df7f2d24b1c" /><Relationship Type="http://schemas.openxmlformats.org/officeDocument/2006/relationships/notesSlide" Target="/ppt/notesSlides/notesSlide6.xml" Id="R9b8e2afabfdd4e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817ab15ec64cdd" /><Relationship Type="http://schemas.openxmlformats.org/officeDocument/2006/relationships/image" Target="/ppt/media/image5.png" Id="R0587d22eff034501" /><Relationship Type="http://schemas.openxmlformats.org/officeDocument/2006/relationships/notesSlide" Target="/ppt/notesSlides/notesSlide7.xml" Id="R05c61f0a4dbc44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ad436794514971" /><Relationship Type="http://schemas.openxmlformats.org/officeDocument/2006/relationships/image" Target="/ppt/media/image6.png" Id="R1607ceb2a7344c73" /><Relationship Type="http://schemas.openxmlformats.org/officeDocument/2006/relationships/image" Target="/ppt/media/image7.png" Id="R813eb7279d6c4277" /><Relationship Type="http://schemas.openxmlformats.org/officeDocument/2006/relationships/image" Target="/ppt/media/image8.png" Id="R4fb23e67d4254bea" /><Relationship Type="http://schemas.openxmlformats.org/officeDocument/2006/relationships/notesSlide" Target="/ppt/notesSlides/notesSlide8.xml" Id="Rffd57914b88048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176a6938fa4be8" /><Relationship Type="http://schemas.openxmlformats.org/officeDocument/2006/relationships/notesSlide" Target="/ppt/notesSlides/notesSlide9.xml" Id="R02e96949e20c46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1eb4265c3642de" /><Relationship Type="http://schemas.openxmlformats.org/officeDocument/2006/relationships/image" Target="/ppt/media/image9.png" Id="Rc447b5697e864c89" /><Relationship Type="http://schemas.openxmlformats.org/officeDocument/2006/relationships/image" Target="/ppt/media/image10.png" Id="R944f307e6e4f4eb0" /><Relationship Type="http://schemas.openxmlformats.org/officeDocument/2006/relationships/notesSlide" Target="/ppt/notesSlides/notesSlide10.xml" Id="Rbbf4c650f89f40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ec76f019d64ad8" /><Relationship Type="http://schemas.openxmlformats.org/officeDocument/2006/relationships/chart" Target="/ppt/slides/charts/chart3.xml" Id="R17d6fe5fded84a06" /><Relationship Type="http://schemas.openxmlformats.org/officeDocument/2006/relationships/notesSlide" Target="/ppt/notesSlides/notesSlide11.xml" Id="Rc726eb86876e47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770ecaba674c60" /><Relationship Type="http://schemas.openxmlformats.org/officeDocument/2006/relationships/image" Target="/ppt/media/image11.png" Id="R348e90ad9cbc479d" /><Relationship Type="http://schemas.openxmlformats.org/officeDocument/2006/relationships/image" Target="/ppt/media/image12.png" Id="R05570154abc24083" /><Relationship Type="http://schemas.openxmlformats.org/officeDocument/2006/relationships/image" Target="/ppt/media/image13.png" Id="R8071c1657a7e40f4" /><Relationship Type="http://schemas.openxmlformats.org/officeDocument/2006/relationships/chart" Target="/ppt/slides/charts/chart4.xml" Id="R7e27d380a681478f" /><Relationship Type="http://schemas.openxmlformats.org/officeDocument/2006/relationships/chart" Target="/ppt/slides/charts/chart5.xml" Id="Ra3ff13bdb8524f45" /><Relationship Type="http://schemas.openxmlformats.org/officeDocument/2006/relationships/notesSlide" Target="/ppt/notesSlides/notesSlide12.xml" Id="Re439117f50f643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37c94fce544de6" /><Relationship Type="http://schemas.openxmlformats.org/officeDocument/2006/relationships/notesSlide" Target="/ppt/notesSlides/notesSlide13.xml" Id="R521be6929f7c43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60f794bf5194917" /><Relationship Type="http://schemas.openxmlformats.org/officeDocument/2006/relationships/notesSlide" Target="/ppt/notesSlides/notesSlide14.xml" Id="Rc7c798e90a2f41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8c0831d52242a7" /><Relationship Type="http://schemas.openxmlformats.org/officeDocument/2006/relationships/notesSlide" Target="/ppt/notesSlides/notesSlide15.xml" Id="R7e64d7aef5c344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3b58a37cc9e475b"/>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A46806-B2F1-42AC-96C5-9047032DD6AD}"/>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17B9E9-1904-4959-9E0E-E73C34AEB6DB}"/>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CA0242-E9CB-4150-B02E-45267F542C55}"/>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C3842B-A3B9-475D-847B-63929798F808}"/>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9F78B6B0-960B-4320-9138-22D96667C4E3}"/>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C9C7B685-F703-4D1D-8AD0-71ADFFA64942}"/>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AC76EAED-F303-4560-8A2A-22DC1851D278}"/>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2089990008"/>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18B326B-424B-4A73-AFD6-1EA9DD90B08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126F059C-97E4-4293-8B4C-67E040BA094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2FDE3FDE-2E79-4CE5-B8B3-90D0A3B51D5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AD239AC-9BD8-42E0-A0B3-8A1B9F42974E}"/>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92E893E-6DA8-45D1-8F54-E781F6EC90C1}"/>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6E2075E-A009-426B-8544-29F98DDF63E4}"/>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7D5FD1B3-B785-4783-9461-D94AA9E7FF89}"/>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58728139-2AA5-4BAB-AA19-0763987A1A36}"/>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11453DAE-F170-48CA-8127-1B8FC0C1356E}"/>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7A63425E-BFCF-4969-93E0-3CF2139DE088}"/>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361C6AD6-5857-4FF5-96B9-B2C363FC6AD2}"/>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E639A64E-C2E3-419E-8923-A28EBE2BD342}"/>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79DE37AB-A2E4-4B5E-A463-B440E1B34FC0}"/>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0BA627-8E07-436C-BF9D-ABF183B818F5}"/>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A70BDC2E-D35C-4544-BAF0-BD1A444989E4}"/>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2283A07-6DD3-43D0-AF10-939CD39BFDC1}"/>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30B62CE-8450-4BC1-B848-6793078F5BEC}"/>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49D3AC12-9B80-4224-925C-449AE7048B8D}"/>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22DDE2FB-A48E-4B39-925D-33148ACAF2BC}"/>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FE8635EA-3DD6-45A2-AB7C-FB70C4545606}"/>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C6D2BAF-7773-43FA-9A82-61902813E000}"/>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0BE2F7F2-391C-47CE-9E8D-3F1AB3921941}"/>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19B09870-018E-4D0B-874C-CE8E1018B7D3}"/>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B0726051-9F29-4C68-A9B7-C9163ED261F4}"/>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686BCDA-4AA4-4087-A9E5-4D01737F0010}"/>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BF0AE0B8-87BD-409E-9991-3A8915F542FF}"/>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CC603074-7A29-431C-B173-28BB627749AF}"/>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28BCA33E-5DD8-4CDC-8823-5898F9740155}"/>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4954771-581B-4665-BE79-73E546BBD0A3}"/>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4E4AF02C-AA5F-4735-9BF7-2FA29F513F75}"/>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495C5929-8A34-46E2-A750-87669BEE5B00}"/>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E43A42D4-82BD-4A31-BB0C-CBA2F3FFD262}"/>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15B6453-3ABB-48D8-8EE9-1934EFE63496}"/>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BE36571C-A3E8-4C3B-AC82-1DD9BE0DB936}"/>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998C2917-F9AE-4D8E-AC28-5B2A008589A2}"/>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B5BD1D37-C98A-4460-A577-BBC3C3E79B33}"/>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68EA175E-39EB-43FA-A040-0F1AA248878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93A7229-FA22-45F7-91B6-257FC261BF7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91667331"/>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496795F-A9A4-4E3A-8DD5-1C69572DB0A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44B0CA63-37E0-4641-B525-7D0C52C9D0F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41DAA7D0-8517-400C-A4DE-29C8C24E4DB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C933B311-2447-4BC4-BCAC-24EA4B0304D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5E392B6-F238-46DE-85B9-F86B0D8086E2}"/>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AFC3DDE3-7D4D-459C-929D-6590BA5A7FAA}"/>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7CAEC7FF-43BA-41D4-B862-911B4D8B8858}"/>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5AE0AB31-85E6-4929-A159-CE17E90E9F5E}"/>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AEB14346-66B2-411E-B479-309A38AED9BA}"/>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1DCB4687-66C5-487B-AB18-3FD9AB7F5C2D}"/>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C461820-FFF1-47E1-AC71-C06F93656E64}"/>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0e996d0e2b674582"/>
          </a:graphicData>
        </a:graphic>
      </p:graphicFrame>
      <p:sp>
        <p:nvSpPr>
          <p:cNvPr id="13" name="">
            <a:extLst xmlns:a="http://schemas.openxmlformats.org/drawingml/2006/main">
              <a:ext uri="{FF2B5EF4-FFF2-40B4-BE49-F238E27FC236}">
                <a16:creationId xmlns:a16="http://schemas.microsoft.com/office/drawing/2014/main" id="{2F419FDF-0120-44E7-885C-A0D0CCBCB598}"/>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5E1927B9-95B9-402B-8FC2-1BB410480D59}"/>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C574210D-1FF1-443C-AF60-BE512664F223}"/>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769A6F-D111-4510-8236-6C1AD26F49FD}"/>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6B880ABA-7CB9-4B98-AC56-06ABCA1DC364}"/>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4E6BD176-4645-4C67-938F-794F2CFF1C1B}"/>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CA135127-8524-4537-9002-6435E510AB53}"/>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428940F8-52A3-49F5-BE08-146853D5D18D}"/>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BB92E073-2DFB-4EBB-9137-A15F47D09CFF}"/>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8FD4D42D-6D02-4DE2-A61D-5DEE15151543}"/>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2FFC40F6-ED9E-4DEC-AC7B-E4151B07D8E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CCFCC38-B589-4EA6-9324-A3D2B12173D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26535904"/>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0503AE2-7324-4E62-A46B-776496E1C11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43B1198F-F106-4E6A-8105-0E2E14EAA70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2DCC1167-65C4-45D9-B0E9-6C428A90D99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7D72BED0-4071-40FA-9E29-ABD91397C56E}"/>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876113DD-20C6-432C-894A-6DB103C21D78}"/>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23e6f38222854c67"/>
          </a:graphicData>
        </a:graphic>
      </p:graphicFrame>
      <p:sp>
        <p:nvSpPr>
          <p:cNvPr id="7" name="">
            <a:extLst xmlns:a="http://schemas.openxmlformats.org/drawingml/2006/main">
              <a:ext uri="{FF2B5EF4-FFF2-40B4-BE49-F238E27FC236}">
                <a16:creationId xmlns:a16="http://schemas.microsoft.com/office/drawing/2014/main" id="{153FCD1B-8737-4580-B61F-2F1A293C71FD}"/>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410679-AED1-4CE2-8E6D-BAA7A2B79697}"/>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347518E9-A79E-482A-8E31-CD70DB0FBD5E}"/>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22ED1B0F-B070-40C5-8E35-CF437928CFC5}"/>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2F01F060-D958-4556-BF59-4642D3988798}"/>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49B425-F59E-446F-AEB2-053D10135209}"/>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323ED7B7-D502-481C-A056-0A93AA4624AE}"/>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52E7D93B-10A3-41D3-9C44-FEF81490F903}"/>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004502A3-4E53-4C23-815C-38559A99C536}"/>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1E1939A2-1CD8-41EA-AA2C-3770AE638CC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FBADF7F-60B5-4B3C-8FB1-D510A1464940}"/>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5BBE5675-3726-43F0-868F-CA5E9731460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B867B7C-C813-47FA-AE9B-580F93DC08E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097852826"/>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DF615D9-D198-4D94-82AD-20C6B6F5B9B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B8FC1070-06CD-403F-92CB-077A51BEC39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58EFD2D5-235A-4DF3-B93B-4314858A171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8B051219-3185-4523-80DF-130F3D0FC4B7}"/>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A13CB677-F0FA-49A7-941B-0F418DE5090D}"/>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A329EEC0-B426-4C14-B7C2-E5CEACFC48B5}"/>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4FA9E0-B1B2-4F37-B68C-C61BCB9F7676}"/>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7397499B-8E6E-4365-BDB5-ADF459B17644}"/>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0F392025-BBA6-4DDC-9F42-5E82933678F3}"/>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392834-57F2-4A99-9D84-C47F1692BEE4}"/>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8A9A0C66-B3C5-4992-BDB9-023572FA5EEC}"/>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B6A7D303-3B1A-4CE9-BD8F-2832882A0875}"/>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15497400-42F9-44DD-AB54-1D508557B5E9}"/>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E3C9E2C-8F23-489D-80D8-B8CF4582B3F9}"/>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18DC6865-E4F4-4985-BB04-A180DD1894A5}"/>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15B7D47F-BFD5-4483-983E-098712D183EF}"/>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5934A3-914D-4193-AAFD-C8A1325030E5}"/>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D0BEDCE2-B54C-4A62-A6FE-B5200F863CC3}"/>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E843A76A-1AB1-43E7-833C-0030E36FC8B7}"/>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2755A4B5-A623-4B0F-975F-1E3C70D7DB62}"/>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5507C63-6483-411D-9B3A-1EE05ED78366}"/>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09CC7844-66BE-45D1-A015-C553DF19C3DB}"/>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7BD3B725-ABDD-439D-8FC1-B2FEE60AC599}"/>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EFE4748-C7EC-4B9E-B5D9-E3E665455BF9}"/>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2DAD1B86-9D92-4417-8DCE-9F95266D1F4F}"/>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4C4AE67C-9188-4967-8F05-B8344A259A83}"/>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18C44F4A-9B0E-44C9-BBAB-E919E103BDB4}"/>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6501B2-D9C1-4F65-A94E-7B8B18F2EEDF}"/>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2A6504EF-A17D-40BF-AFAD-5A163BF9C853}"/>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14D29CEA-158D-4CA8-ADAD-9B61077EE767}"/>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E03F13E3-BEA7-4896-AFC1-7B9482E2620E}"/>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B25D741F-E9AE-434A-931F-2F2E980D4AB1}"/>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7E36F60C-8CD4-47C1-A51D-9DD11DE44219}"/>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6A71AE05-596C-4F82-A167-520601066765}"/>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3AAFDB57-A27F-40A5-BC42-D10BF9AB424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5602A38-D47B-4BF9-A85A-EA938C485B8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567499726"/>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986E3BC-0739-4A2C-B232-D19510E0CEE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HIT</a:t>
            </a:r>
          </a:p>
        </p:txBody>
      </p:sp>
      <p:sp>
        <p:nvSpPr>
          <p:cNvPr id="2" name="">
            <a:extLst xmlns:a="http://schemas.openxmlformats.org/drawingml/2006/main">
              <a:ext uri="{FF2B5EF4-FFF2-40B4-BE49-F238E27FC236}">
                <a16:creationId xmlns:a16="http://schemas.microsoft.com/office/drawing/2014/main" id="{0534B91E-D633-4349-A4BC-A5079B2B057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7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coordinate tokens route complementary spatial evidence</a:t>
            </a:r>
          </a:p>
        </p:txBody>
      </p:sp>
      <p:sp>
        <p:nvSpPr>
          <p:cNvPr id="3" name="">
            <a:extLst xmlns:a="http://schemas.openxmlformats.org/drawingml/2006/main">
              <a:ext uri="{FF2B5EF4-FFF2-40B4-BE49-F238E27FC236}">
                <a16:creationId xmlns:a16="http://schemas.microsoft.com/office/drawing/2014/main" id="{941C7E22-8D0E-4FCE-B123-EA7B7F896D9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76EB455C-27B3-40B6-80FB-5F6FF06006F3}"/>
              </a:ext>
            </a:extLst>
          </p:cNvPr>
          <p:cNvSpPr>
            <a:spLocks xmlns:a="http://schemas.openxmlformats.org/drawingml/2006/main" noGrp="1"/>
          </p:cNvSpPr>
          <p:nvPr/>
        </p:nvSpPr>
        <p:spPr>
          <a:xfrm xmlns:a="http://schemas.openxmlformats.org/drawingml/2006/main">
            <a:off x="609600" y="1123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6717D"/>
                </a:solidFill>
                <a:latin typeface="Helvetica Neue"/>
                <a:ea typeface="Helvetica Neue"/>
                <a:cs typeface="Helvetica Neue"/>
              </a:defRPr>
            </a:pPr>
            <a:r>
              <a:rPr sz="1350" b="1">
                <a:solidFill>
                  <a:srgbClr val="66717D"/>
                </a:solidFill>
                <a:latin typeface="Helvetica Neue"/>
                <a:ea typeface="Helvetica Neue"/>
                <a:cs typeface="Helvetica Neue"/>
              </a:rPr>
              <a:t>Instruction: Fill color</a:t>
            </a:r>
          </a:p>
        </p:txBody>
      </p:sp>
      <p:sp>
        <p:nvSpPr>
          <p:cNvPr id="5" name="">
            <a:extLst xmlns:a="http://schemas.openxmlformats.org/drawingml/2006/main">
              <a:ext uri="{FF2B5EF4-FFF2-40B4-BE49-F238E27FC236}">
                <a16:creationId xmlns:a16="http://schemas.microsoft.com/office/drawing/2014/main" id="{8C25D825-925F-4633-8159-C3C7D2F91DAC}"/>
              </a:ext>
            </a:extLst>
          </p:cNvPr>
          <p:cNvSpPr>
            <a:spLocks xmlns:a="http://schemas.openxmlformats.org/drawingml/2006/main" noGrp="1"/>
          </p:cNvSpPr>
          <p:nvPr/>
        </p:nvSpPr>
        <p:spPr>
          <a:xfrm xmlns:a="http://schemas.openxmlformats.org/drawingml/2006/main">
            <a:off x="7981950" y="109537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95768E-DD97-4D1D-868A-451898B1D4E9}"/>
              </a:ext>
            </a:extLst>
          </p:cNvPr>
          <p:cNvSpPr>
            <a:spLocks xmlns:a="http://schemas.openxmlformats.org/drawingml/2006/main" noGrp="1"/>
          </p:cNvSpPr>
          <p:nvPr/>
        </p:nvSpPr>
        <p:spPr>
          <a:xfrm xmlns:a="http://schemas.openxmlformats.org/drawingml/2006/main">
            <a:off x="8077200" y="111442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A3328DF3-C413-43DC-B1EB-35EBC822BD0B}"/>
              </a:ext>
            </a:extLst>
          </p:cNvPr>
          <p:cNvSpPr>
            <a:spLocks xmlns:a="http://schemas.openxmlformats.org/drawingml/2006/main" noGrp="1"/>
          </p:cNvSpPr>
          <p:nvPr/>
        </p:nvSpPr>
        <p:spPr>
          <a:xfrm xmlns:a="http://schemas.openxmlformats.org/drawingml/2006/main">
            <a:off x="609600" y="14382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TOKEN</a:t>
            </a:r>
          </a:p>
        </p:txBody>
      </p:sp>
      <p:sp>
        <p:nvSpPr>
          <p:cNvPr id="8" name="">
            <a:extLst xmlns:a="http://schemas.openxmlformats.org/drawingml/2006/main">
              <a:ext uri="{FF2B5EF4-FFF2-40B4-BE49-F238E27FC236}">
                <a16:creationId xmlns:a16="http://schemas.microsoft.com/office/drawing/2014/main" id="{E78E9EBC-2871-48E7-AA9D-297BCD230861}"/>
              </a:ext>
            </a:extLst>
          </p:cNvPr>
          <p:cNvSpPr>
            <a:spLocks xmlns:a="http://schemas.openxmlformats.org/drawingml/2006/main" noGrp="1"/>
          </p:cNvSpPr>
          <p:nvPr/>
        </p:nvSpPr>
        <p:spPr>
          <a:xfrm xmlns:a="http://schemas.openxmlformats.org/drawingml/2006/main">
            <a:off x="4057650" y="14382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Y TOKEN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08c13cee8844846"/>
          <a:srcRect xmlns:a="http://schemas.openxmlformats.org/drawingml/2006/main" l="0" t="2326" r="0" b="2326"/>
          <a:stretch xmlns:a="http://schemas.openxmlformats.org/drawingml/2006/main">
            <a:fillRect l="0" t="0" r="0" b="0"/>
          </a:stretch>
        </p:blipFill>
        <p:spPr>
          <a:xfrm xmlns:a="http://schemas.openxmlformats.org/drawingml/2006/main">
            <a:off x="609600" y="1657350"/>
            <a:ext cx="3276600" cy="1952625"/>
          </a:xfrm>
          <a:prstGeom xmlns:a="http://schemas.openxmlformats.org/drawingml/2006/main" prst="roundRect">
            <a:avLst>
              <a:gd name="adj" fmla="val 5854"/>
            </a:avLst>
          </a:prstGeom>
        </p:spPr>
      </p:pic>
      <p:sp>
        <p:nvSpPr>
          <p:cNvPr id="10" name="">
            <a:extLst xmlns:a="http://schemas.openxmlformats.org/drawingml/2006/main">
              <a:ext uri="{FF2B5EF4-FFF2-40B4-BE49-F238E27FC236}">
                <a16:creationId xmlns:a16="http://schemas.microsoft.com/office/drawing/2014/main" id="{D157B133-79B2-44FF-8D3A-3EEA1080C284}"/>
              </a:ext>
            </a:extLst>
          </p:cNvPr>
          <p:cNvSpPr>
            <a:spLocks xmlns:a="http://schemas.openxmlformats.org/drawingml/2006/main" noGrp="1"/>
          </p:cNvSpPr>
          <p:nvPr/>
        </p:nvSpPr>
        <p:spPr>
          <a:xfrm xmlns:a="http://schemas.openxmlformats.org/drawingml/2006/main">
            <a:off x="609600" y="1657350"/>
            <a:ext cx="3276600" cy="1952625"/>
          </a:xfrm>
          <a:prstGeom xmlns:a="http://schemas.openxmlformats.org/drawingml/2006/main" prst="roundRect">
            <a:avLst>
              <a:gd name="adj" fmla="val 3902"/>
            </a:avLst>
          </a:prstGeom>
          <a:noFill xmlns:a="http://schemas.openxmlformats.org/drawingml/2006/main"/>
          <a:ln xmlns:a="http://schemas.openxmlformats.org/drawingml/2006/main" w="9525">
            <a:solidFill>
              <a:srgbClr val="D9D4C8"/>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0ae8f649b574953"/>
          <a:srcRect xmlns:a="http://schemas.openxmlformats.org/drawingml/2006/main" l="0" t="2326" r="0" b="2326"/>
          <a:stretch xmlns:a="http://schemas.openxmlformats.org/drawingml/2006/main">
            <a:fillRect l="0" t="0" r="0" b="0"/>
          </a:stretch>
        </p:blipFill>
        <p:spPr>
          <a:xfrm xmlns:a="http://schemas.openxmlformats.org/drawingml/2006/main">
            <a:off x="4057650" y="1657350"/>
            <a:ext cx="3276600" cy="1952625"/>
          </a:xfrm>
          <a:prstGeom xmlns:a="http://schemas.openxmlformats.org/drawingml/2006/main" prst="roundRect">
            <a:avLst>
              <a:gd name="adj" fmla="val 5854"/>
            </a:avLst>
          </a:prstGeom>
        </p:spPr>
      </p:pic>
      <p:sp>
        <p:nvSpPr>
          <p:cNvPr id="12" name="">
            <a:extLst xmlns:a="http://schemas.openxmlformats.org/drawingml/2006/main">
              <a:ext uri="{FF2B5EF4-FFF2-40B4-BE49-F238E27FC236}">
                <a16:creationId xmlns:a16="http://schemas.microsoft.com/office/drawing/2014/main" id="{00CF24B9-7566-452C-BAD5-8A9FC023B264}"/>
              </a:ext>
            </a:extLst>
          </p:cNvPr>
          <p:cNvSpPr>
            <a:spLocks xmlns:a="http://schemas.openxmlformats.org/drawingml/2006/main" noGrp="1"/>
          </p:cNvSpPr>
          <p:nvPr/>
        </p:nvSpPr>
        <p:spPr>
          <a:xfrm xmlns:a="http://schemas.openxmlformats.org/drawingml/2006/main">
            <a:off x="4057650" y="1657350"/>
            <a:ext cx="3276600" cy="1952625"/>
          </a:xfrm>
          <a:prstGeom xmlns:a="http://schemas.openxmlformats.org/drawingml/2006/main" prst="roundRect">
            <a:avLst>
              <a:gd name="adj" fmla="val 3902"/>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74FD4CFC-2C17-45C1-BDB7-34E1224A44DA}"/>
              </a:ext>
            </a:extLst>
          </p:cNvPr>
          <p:cNvSpPr>
            <a:spLocks xmlns:a="http://schemas.openxmlformats.org/drawingml/2006/main" noGrp="1"/>
          </p:cNvSpPr>
          <p:nvPr/>
        </p:nvSpPr>
        <p:spPr>
          <a:xfrm xmlns:a="http://schemas.openxmlformats.org/drawingml/2006/main">
            <a:off x="609600" y="37909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JOINT X×Y VIEW</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bea2df7f2d24b1c"/>
          <a:srcRect xmlns:a="http://schemas.openxmlformats.org/drawingml/2006/main" l="0" t="26771" r="0" b="26771"/>
          <a:stretch xmlns:a="http://schemas.openxmlformats.org/drawingml/2006/main">
            <a:fillRect l="0" t="0" r="0" b="0"/>
          </a:stretch>
        </p:blipFill>
        <p:spPr>
          <a:xfrm xmlns:a="http://schemas.openxmlformats.org/drawingml/2006/main">
            <a:off x="609600" y="4010025"/>
            <a:ext cx="6724650" cy="1952625"/>
          </a:xfrm>
          <a:prstGeom xmlns:a="http://schemas.openxmlformats.org/drawingml/2006/main" prst="roundRect">
            <a:avLst>
              <a:gd name="adj" fmla="val 5854"/>
            </a:avLst>
          </a:prstGeom>
        </p:spPr>
      </p:pic>
      <p:sp>
        <p:nvSpPr>
          <p:cNvPr id="15" name="">
            <a:extLst xmlns:a="http://schemas.openxmlformats.org/drawingml/2006/main">
              <a:ext uri="{FF2B5EF4-FFF2-40B4-BE49-F238E27FC236}">
                <a16:creationId xmlns:a16="http://schemas.microsoft.com/office/drawing/2014/main" id="{10D468E6-FDB8-486B-B19D-41F6D0EE617D}"/>
              </a:ext>
            </a:extLst>
          </p:cNvPr>
          <p:cNvSpPr>
            <a:spLocks xmlns:a="http://schemas.openxmlformats.org/drawingml/2006/main" noGrp="1"/>
          </p:cNvSpPr>
          <p:nvPr/>
        </p:nvSpPr>
        <p:spPr>
          <a:xfrm xmlns:a="http://schemas.openxmlformats.org/drawingml/2006/main">
            <a:off x="609600" y="4010025"/>
            <a:ext cx="6724650" cy="1952625"/>
          </a:xfrm>
          <a:prstGeom xmlns:a="http://schemas.openxmlformats.org/drawingml/2006/main" prst="roundRect">
            <a:avLst>
              <a:gd name="adj" fmla="val 3902"/>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1BA1C15D-FB73-4EA5-A1F1-2946FC34D2E1}"/>
              </a:ext>
            </a:extLst>
          </p:cNvPr>
          <p:cNvSpPr>
            <a:spLocks xmlns:a="http://schemas.openxmlformats.org/drawingml/2006/main" noGrp="1"/>
          </p:cNvSpPr>
          <p:nvPr/>
        </p:nvSpPr>
        <p:spPr>
          <a:xfrm xmlns:a="http://schemas.openxmlformats.org/drawingml/2006/main">
            <a:off x="7677150" y="1438275"/>
            <a:ext cx="3905250" cy="4524375"/>
          </a:xfrm>
          <a:prstGeom xmlns:a="http://schemas.openxmlformats.org/drawingml/2006/main" prst="roundRect">
            <a:avLst>
              <a:gd name="adj" fmla="val 1951"/>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8F6BD41-E35D-4E6C-BC40-972FAB05B28A}"/>
              </a:ext>
            </a:extLst>
          </p:cNvPr>
          <p:cNvSpPr>
            <a:spLocks xmlns:a="http://schemas.openxmlformats.org/drawingml/2006/main" noGrp="1"/>
          </p:cNvSpPr>
          <p:nvPr/>
        </p:nvSpPr>
        <p:spPr>
          <a:xfrm xmlns:a="http://schemas.openxmlformats.org/drawingml/2006/main">
            <a:off x="7943850" y="1695450"/>
            <a:ext cx="11620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24E008-800E-45BA-B4B2-75DFFB754610}"/>
              </a:ext>
            </a:extLst>
          </p:cNvPr>
          <p:cNvSpPr>
            <a:spLocks xmlns:a="http://schemas.openxmlformats.org/drawingml/2006/main" noGrp="1"/>
          </p:cNvSpPr>
          <p:nvPr/>
        </p:nvSpPr>
        <p:spPr>
          <a:xfrm xmlns:a="http://schemas.openxmlformats.org/drawingml/2006/main">
            <a:off x="8039100" y="171450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HIT</a:t>
            </a:r>
          </a:p>
        </p:txBody>
      </p:sp>
      <p:sp>
        <p:nvSpPr>
          <p:cNvPr id="19" name="">
            <a:extLst xmlns:a="http://schemas.openxmlformats.org/drawingml/2006/main">
              <a:ext uri="{FF2B5EF4-FFF2-40B4-BE49-F238E27FC236}">
                <a16:creationId xmlns:a16="http://schemas.microsoft.com/office/drawing/2014/main" id="{2C8D99B4-51F2-46CE-9170-A96892F65BDD}"/>
              </a:ext>
            </a:extLst>
          </p:cNvPr>
          <p:cNvSpPr>
            <a:spLocks xmlns:a="http://schemas.openxmlformats.org/drawingml/2006/main" noGrp="1"/>
          </p:cNvSpPr>
          <p:nvPr/>
        </p:nvSpPr>
        <p:spPr>
          <a:xfrm xmlns:a="http://schemas.openxmlformats.org/drawingml/2006/main">
            <a:off x="7943850" y="2152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(209, 241)</a:t>
            </a:r>
          </a:p>
        </p:txBody>
      </p:sp>
      <p:sp>
        <p:nvSpPr>
          <p:cNvPr id="20" name="">
            <a:extLst xmlns:a="http://schemas.openxmlformats.org/drawingml/2006/main">
              <a:ext uri="{FF2B5EF4-FFF2-40B4-BE49-F238E27FC236}">
                <a16:creationId xmlns:a16="http://schemas.microsoft.com/office/drawing/2014/main" id="{1D08C9B9-BAF8-4AD6-9E54-05D5E9CEFC4C}"/>
              </a:ext>
            </a:extLst>
          </p:cNvPr>
          <p:cNvSpPr>
            <a:spLocks xmlns:a="http://schemas.openxmlformats.org/drawingml/2006/main" noGrp="1"/>
          </p:cNvSpPr>
          <p:nvPr/>
        </p:nvSpPr>
        <p:spPr>
          <a:xfrm xmlns:a="http://schemas.openxmlformats.org/drawingml/2006/main">
            <a:off x="7943850" y="26098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D5DEE6"/>
                </a:solidFill>
                <a:latin typeface="Helvetica Neue"/>
                <a:ea typeface="Helvetica Neue"/>
                <a:cs typeface="Helvetica Neue"/>
              </a:defRPr>
            </a:pPr>
            <a:r>
              <a:rPr sz="1350" b="1">
                <a:solidFill>
                  <a:srgbClr val="D5DEE6"/>
                </a:solidFill>
                <a:latin typeface="Helvetica Neue"/>
                <a:ea typeface="Helvetica Neue"/>
                <a:cs typeface="Helvetica Neue"/>
              </a:rPr>
              <a:t>Free Holo output lands inside the annotated Fill control.</a:t>
            </a:r>
          </a:p>
        </p:txBody>
      </p:sp>
      <p:sp>
        <p:nvSpPr>
          <p:cNvPr id="21" name="">
            <a:extLst xmlns:a="http://schemas.openxmlformats.org/drawingml/2006/main">
              <a:ext uri="{FF2B5EF4-FFF2-40B4-BE49-F238E27FC236}">
                <a16:creationId xmlns:a16="http://schemas.microsoft.com/office/drawing/2014/main" id="{84E1D17B-6413-4450-A348-6255C709215C}"/>
              </a:ext>
            </a:extLst>
          </p:cNvPr>
          <p:cNvSpPr>
            <a:spLocks xmlns:a="http://schemas.openxmlformats.org/drawingml/2006/main" noGrp="1"/>
          </p:cNvSpPr>
          <p:nvPr/>
        </p:nvSpPr>
        <p:spPr>
          <a:xfrm xmlns:a="http://schemas.openxmlformats.org/drawingml/2006/main">
            <a:off x="7943850" y="3390900"/>
            <a:ext cx="3143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1322CF-5A0B-40F3-B636-11360D31060E}"/>
              </a:ext>
            </a:extLst>
          </p:cNvPr>
          <p:cNvSpPr>
            <a:spLocks xmlns:a="http://schemas.openxmlformats.org/drawingml/2006/main" noGrp="1"/>
          </p:cNvSpPr>
          <p:nvPr/>
        </p:nvSpPr>
        <p:spPr>
          <a:xfrm xmlns:a="http://schemas.openxmlformats.org/drawingml/2006/main">
            <a:off x="7943850" y="36004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x-token mass in target columns</a:t>
            </a:r>
          </a:p>
        </p:txBody>
      </p:sp>
      <p:sp>
        <p:nvSpPr>
          <p:cNvPr id="23" name="">
            <a:extLst xmlns:a="http://schemas.openxmlformats.org/drawingml/2006/main">
              <a:ext uri="{FF2B5EF4-FFF2-40B4-BE49-F238E27FC236}">
                <a16:creationId xmlns:a16="http://schemas.microsoft.com/office/drawing/2014/main" id="{CC01B206-04CA-448A-B5D1-689952D028EA}"/>
              </a:ext>
            </a:extLst>
          </p:cNvPr>
          <p:cNvSpPr>
            <a:spLocks xmlns:a="http://schemas.openxmlformats.org/drawingml/2006/main" noGrp="1"/>
          </p:cNvSpPr>
          <p:nvPr/>
        </p:nvSpPr>
        <p:spPr>
          <a:xfrm xmlns:a="http://schemas.openxmlformats.org/drawingml/2006/main">
            <a:off x="10191750" y="356235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30.3%</a:t>
            </a:r>
          </a:p>
        </p:txBody>
      </p:sp>
      <p:sp>
        <p:nvSpPr>
          <p:cNvPr id="24" name="">
            <a:extLst xmlns:a="http://schemas.openxmlformats.org/drawingml/2006/main">
              <a:ext uri="{FF2B5EF4-FFF2-40B4-BE49-F238E27FC236}">
                <a16:creationId xmlns:a16="http://schemas.microsoft.com/office/drawing/2014/main" id="{2F3C4B42-33D5-42E8-B3F0-D636ECD17DA2}"/>
              </a:ext>
            </a:extLst>
          </p:cNvPr>
          <p:cNvSpPr>
            <a:spLocks xmlns:a="http://schemas.openxmlformats.org/drawingml/2006/main" noGrp="1"/>
          </p:cNvSpPr>
          <p:nvPr/>
        </p:nvSpPr>
        <p:spPr>
          <a:xfrm xmlns:a="http://schemas.openxmlformats.org/drawingml/2006/main">
            <a:off x="7943850" y="40386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y-token mass in target rows</a:t>
            </a:r>
          </a:p>
        </p:txBody>
      </p:sp>
      <p:sp>
        <p:nvSpPr>
          <p:cNvPr id="25" name="">
            <a:extLst xmlns:a="http://schemas.openxmlformats.org/drawingml/2006/main">
              <a:ext uri="{FF2B5EF4-FFF2-40B4-BE49-F238E27FC236}">
                <a16:creationId xmlns:a16="http://schemas.microsoft.com/office/drawing/2014/main" id="{8DC5195D-71A0-42DE-AAD8-E9CC845203C4}"/>
              </a:ext>
            </a:extLst>
          </p:cNvPr>
          <p:cNvSpPr>
            <a:spLocks xmlns:a="http://schemas.openxmlformats.org/drawingml/2006/main" noGrp="1"/>
          </p:cNvSpPr>
          <p:nvPr/>
        </p:nvSpPr>
        <p:spPr>
          <a:xfrm xmlns:a="http://schemas.openxmlformats.org/drawingml/2006/main">
            <a:off x="10191750" y="40005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28.2%</a:t>
            </a:r>
          </a:p>
        </p:txBody>
      </p:sp>
      <p:sp>
        <p:nvSpPr>
          <p:cNvPr id="26" name="">
            <a:extLst xmlns:a="http://schemas.openxmlformats.org/drawingml/2006/main">
              <a:ext uri="{FF2B5EF4-FFF2-40B4-BE49-F238E27FC236}">
                <a16:creationId xmlns:a16="http://schemas.microsoft.com/office/drawing/2014/main" id="{18A9A659-6C8C-4B0E-B94D-E9C9317E7CAE}"/>
              </a:ext>
            </a:extLst>
          </p:cNvPr>
          <p:cNvSpPr>
            <a:spLocks xmlns:a="http://schemas.openxmlformats.org/drawingml/2006/main" noGrp="1"/>
          </p:cNvSpPr>
          <p:nvPr/>
        </p:nvSpPr>
        <p:spPr>
          <a:xfrm xmlns:a="http://schemas.openxmlformats.org/drawingml/2006/main">
            <a:off x="7943850" y="44767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joint-view target mass</a:t>
            </a:r>
          </a:p>
        </p:txBody>
      </p:sp>
      <p:sp>
        <p:nvSpPr>
          <p:cNvPr id="27" name="">
            <a:extLst xmlns:a="http://schemas.openxmlformats.org/drawingml/2006/main">
              <a:ext uri="{FF2B5EF4-FFF2-40B4-BE49-F238E27FC236}">
                <a16:creationId xmlns:a16="http://schemas.microsoft.com/office/drawing/2014/main" id="{D174199C-8C85-4461-8F31-8C130649F7E8}"/>
              </a:ext>
            </a:extLst>
          </p:cNvPr>
          <p:cNvSpPr>
            <a:spLocks xmlns:a="http://schemas.openxmlformats.org/drawingml/2006/main" noGrp="1"/>
          </p:cNvSpPr>
          <p:nvPr/>
        </p:nvSpPr>
        <p:spPr>
          <a:xfrm xmlns:a="http://schemas.openxmlformats.org/drawingml/2006/main">
            <a:off x="10191750" y="443865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12.9%</a:t>
            </a:r>
          </a:p>
        </p:txBody>
      </p:sp>
      <p:sp>
        <p:nvSpPr>
          <p:cNvPr id="28" name="">
            <a:extLst xmlns:a="http://schemas.openxmlformats.org/drawingml/2006/main">
              <a:ext uri="{FF2B5EF4-FFF2-40B4-BE49-F238E27FC236}">
                <a16:creationId xmlns:a16="http://schemas.microsoft.com/office/drawing/2014/main" id="{9DF7FC0A-63C8-4442-A580-BCD243F54B3F}"/>
              </a:ext>
            </a:extLst>
          </p:cNvPr>
          <p:cNvSpPr>
            <a:spLocks xmlns:a="http://schemas.openxmlformats.org/drawingml/2006/main" noGrp="1"/>
          </p:cNvSpPr>
          <p:nvPr/>
        </p:nvSpPr>
        <p:spPr>
          <a:xfrm xmlns:a="http://schemas.openxmlformats.org/drawingml/2006/main">
            <a:off x="7943850" y="499110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Value-norm first. The joint view intersects the two axis maps; it is a visualization, not a new causal score.</a:t>
            </a:r>
          </a:p>
        </p:txBody>
      </p:sp>
      <p:sp>
        <p:nvSpPr>
          <p:cNvPr id="29" name="">
            <a:extLst xmlns:a="http://schemas.openxmlformats.org/drawingml/2006/main">
              <a:ext uri="{FF2B5EF4-FFF2-40B4-BE49-F238E27FC236}">
                <a16:creationId xmlns:a16="http://schemas.microsoft.com/office/drawing/2014/main" id="{5C033F6B-D801-4966-AE23-F96DD430603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432D717-B3F9-4DF7-8A0E-0F27B3E5D00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native 2880×1800 → 56×90 grid · normalized 0–1000 coordinates · no downsampling</a:t>
            </a:r>
          </a:p>
        </p:txBody>
      </p:sp>
    </p:spTree>
    <p:extLst>
      <p:ext uri="{BB962C8B-B14F-4D97-AF65-F5344CB8AC3E}">
        <p14:creationId xmlns:p14="http://schemas.microsoft.com/office/powerpoint/2010/main" val="44765336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0BC06F-0B20-47EB-A90E-8B5BEAA620A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NEAR-MISS</a:t>
            </a:r>
          </a:p>
        </p:txBody>
      </p:sp>
      <p:sp>
        <p:nvSpPr>
          <p:cNvPr id="2" name="">
            <a:extLst xmlns:a="http://schemas.openxmlformats.org/drawingml/2006/main">
              <a:ext uri="{FF2B5EF4-FFF2-40B4-BE49-F238E27FC236}">
                <a16:creationId xmlns:a16="http://schemas.microsoft.com/office/drawing/2014/main" id="{4A47D25C-05FB-4517-B340-08111036B19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Correct region, wrong action precision</a:t>
            </a:r>
          </a:p>
        </p:txBody>
      </p:sp>
      <p:sp>
        <p:nvSpPr>
          <p:cNvPr id="3" name="">
            <a:extLst xmlns:a="http://schemas.openxmlformats.org/drawingml/2006/main">
              <a:ext uri="{FF2B5EF4-FFF2-40B4-BE49-F238E27FC236}">
                <a16:creationId xmlns:a16="http://schemas.microsoft.com/office/drawing/2014/main" id="{BF339524-7C69-4CEB-877B-CDEED7BDAD7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7321C8D3-58A2-434C-9AD8-123DAEE0149A}"/>
              </a:ext>
            </a:extLst>
          </p:cNvPr>
          <p:cNvSpPr>
            <a:spLocks xmlns:a="http://schemas.openxmlformats.org/drawingml/2006/main" noGrp="1"/>
          </p:cNvSpPr>
          <p:nvPr/>
        </p:nvSpPr>
        <p:spPr>
          <a:xfrm xmlns:a="http://schemas.openxmlformats.org/drawingml/2006/main">
            <a:off x="609600" y="11620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6717D"/>
                </a:solidFill>
                <a:latin typeface="Helvetica Neue"/>
                <a:ea typeface="Helvetica Neue"/>
                <a:cs typeface="Helvetica Neue"/>
              </a:defRPr>
            </a:pPr>
            <a:r>
              <a:rPr sz="1350"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94DAAF02-51EB-47AA-8257-6452A48DACF8}"/>
              </a:ext>
            </a:extLst>
          </p:cNvPr>
          <p:cNvSpPr>
            <a:spLocks xmlns:a="http://schemas.openxmlformats.org/drawingml/2006/main" noGrp="1"/>
          </p:cNvSpPr>
          <p:nvPr/>
        </p:nvSpPr>
        <p:spPr>
          <a:xfrm xmlns:a="http://schemas.openxmlformats.org/drawingml/2006/main">
            <a:off x="7981950" y="1123950"/>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8502DA-B728-41EB-915F-E4DE42CD5614}"/>
              </a:ext>
            </a:extLst>
          </p:cNvPr>
          <p:cNvSpPr>
            <a:spLocks xmlns:a="http://schemas.openxmlformats.org/drawingml/2006/main" noGrp="1"/>
          </p:cNvSpPr>
          <p:nvPr/>
        </p:nvSpPr>
        <p:spPr>
          <a:xfrm xmlns:a="http://schemas.openxmlformats.org/drawingml/2006/main">
            <a:off x="8077200" y="1143000"/>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587d22eff034501"/>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141F3CE9-C502-4768-8BFB-1A5103BBADCD}"/>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6F136334-4191-49D9-A68A-4F7D5B22B374}"/>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990E1D-C65D-46A8-BCA1-877E78840A8E}"/>
              </a:ext>
            </a:extLst>
          </p:cNvPr>
          <p:cNvSpPr>
            <a:spLocks xmlns:a="http://schemas.openxmlformats.org/drawingml/2006/main" noGrp="1"/>
          </p:cNvSpPr>
          <p:nvPr/>
        </p:nvSpPr>
        <p:spPr>
          <a:xfrm xmlns:a="http://schemas.openxmlformats.org/drawingml/2006/main">
            <a:off x="8572500" y="18097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63C8D1-8F99-4036-AEC4-EFB244AFB675}"/>
              </a:ext>
            </a:extLst>
          </p:cNvPr>
          <p:cNvSpPr>
            <a:spLocks xmlns:a="http://schemas.openxmlformats.org/drawingml/2006/main" noGrp="1"/>
          </p:cNvSpPr>
          <p:nvPr/>
        </p:nvSpPr>
        <p:spPr>
          <a:xfrm xmlns:a="http://schemas.openxmlformats.org/drawingml/2006/main">
            <a:off x="8667750" y="1828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2" name="">
            <a:extLst xmlns:a="http://schemas.openxmlformats.org/drawingml/2006/main">
              <a:ext uri="{FF2B5EF4-FFF2-40B4-BE49-F238E27FC236}">
                <a16:creationId xmlns:a16="http://schemas.microsoft.com/office/drawing/2014/main" id="{A827C2CA-5224-4FC7-BF15-2246F32EE4FA}"/>
              </a:ext>
            </a:extLst>
          </p:cNvPr>
          <p:cNvSpPr>
            <a:spLocks xmlns:a="http://schemas.openxmlformats.org/drawingml/2006/main" noGrp="1"/>
          </p:cNvSpPr>
          <p:nvPr/>
        </p:nvSpPr>
        <p:spPr>
          <a:xfrm xmlns:a="http://schemas.openxmlformats.org/drawingml/2006/main">
            <a:off x="8572500" y="22669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(124, 72)</a:t>
            </a:r>
          </a:p>
        </p:txBody>
      </p:sp>
      <p:sp>
        <p:nvSpPr>
          <p:cNvPr id="13" name="">
            <a:extLst xmlns:a="http://schemas.openxmlformats.org/drawingml/2006/main">
              <a:ext uri="{FF2B5EF4-FFF2-40B4-BE49-F238E27FC236}">
                <a16:creationId xmlns:a16="http://schemas.microsoft.com/office/drawing/2014/main" id="{3A10D8CE-5B57-4CC6-B2E0-594AB6D39B4D}"/>
              </a:ext>
            </a:extLst>
          </p:cNvPr>
          <p:cNvSpPr>
            <a:spLocks xmlns:a="http://schemas.openxmlformats.org/drawingml/2006/main" noGrp="1"/>
          </p:cNvSpPr>
          <p:nvPr/>
        </p:nvSpPr>
        <p:spPr>
          <a:xfrm xmlns:a="http://schemas.openxmlformats.org/drawingml/2006/main">
            <a:off x="8572500" y="2724150"/>
            <a:ext cx="257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D5DEE6"/>
                </a:solidFill>
                <a:latin typeface="Helvetica Neue"/>
                <a:ea typeface="Helvetica Neue"/>
                <a:cs typeface="Helvetica Neue"/>
              </a:defRPr>
            </a:pPr>
            <a:r>
              <a:rPr sz="1425" b="1">
                <a:solidFill>
                  <a:srgbClr val="D5DEE6"/>
                </a:solidFill>
                <a:latin typeface="Helvetica Neue"/>
                <a:ea typeface="Helvetica Neue"/>
                <a:cs typeface="Helvetica Neue"/>
              </a:rPr>
              <a:t>The click is horizontally inside the target—but 5.6 px below its bottom edge.</a:t>
            </a:r>
          </a:p>
        </p:txBody>
      </p:sp>
      <p:sp>
        <p:nvSpPr>
          <p:cNvPr id="14" name="">
            <a:extLst xmlns:a="http://schemas.openxmlformats.org/drawingml/2006/main">
              <a:ext uri="{FF2B5EF4-FFF2-40B4-BE49-F238E27FC236}">
                <a16:creationId xmlns:a16="http://schemas.microsoft.com/office/drawing/2014/main" id="{8DF81B39-78D4-4E7E-9696-A4C6853BADC7}"/>
              </a:ext>
            </a:extLst>
          </p:cNvPr>
          <p:cNvSpPr>
            <a:spLocks xmlns:a="http://schemas.openxmlformats.org/drawingml/2006/main" noGrp="1"/>
          </p:cNvSpPr>
          <p:nvPr/>
        </p:nvSpPr>
        <p:spPr>
          <a:xfrm xmlns:a="http://schemas.openxmlformats.org/drawingml/2006/main">
            <a:off x="8572500" y="417195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32D609-00CD-4864-934A-FD798280F8D8}"/>
              </a:ext>
            </a:extLst>
          </p:cNvPr>
          <p:cNvSpPr>
            <a:spLocks xmlns:a="http://schemas.openxmlformats.org/drawingml/2006/main" noGrp="1"/>
          </p:cNvSpPr>
          <p:nvPr/>
        </p:nvSpPr>
        <p:spPr>
          <a:xfrm xmlns:a="http://schemas.openxmlformats.org/drawingml/2006/main">
            <a:off x="8572500" y="43815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joint-view target mass</a:t>
            </a:r>
          </a:p>
        </p:txBody>
      </p:sp>
      <p:sp>
        <p:nvSpPr>
          <p:cNvPr id="16" name="">
            <a:extLst xmlns:a="http://schemas.openxmlformats.org/drawingml/2006/main">
              <a:ext uri="{FF2B5EF4-FFF2-40B4-BE49-F238E27FC236}">
                <a16:creationId xmlns:a16="http://schemas.microsoft.com/office/drawing/2014/main" id="{26152BF1-57C5-4F86-89A9-4E70DB4329DD}"/>
              </a:ext>
            </a:extLst>
          </p:cNvPr>
          <p:cNvSpPr>
            <a:spLocks xmlns:a="http://schemas.openxmlformats.org/drawingml/2006/main" noGrp="1"/>
          </p:cNvSpPr>
          <p:nvPr/>
        </p:nvSpPr>
        <p:spPr>
          <a:xfrm xmlns:a="http://schemas.openxmlformats.org/drawingml/2006/main">
            <a:off x="10306050" y="43529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4.5%</a:t>
            </a:r>
          </a:p>
        </p:txBody>
      </p:sp>
      <p:sp>
        <p:nvSpPr>
          <p:cNvPr id="17" name="">
            <a:extLst xmlns:a="http://schemas.openxmlformats.org/drawingml/2006/main">
              <a:ext uri="{FF2B5EF4-FFF2-40B4-BE49-F238E27FC236}">
                <a16:creationId xmlns:a16="http://schemas.microsoft.com/office/drawing/2014/main" id="{A25FA86A-C57A-4EEF-9AC4-CA13B87040D9}"/>
              </a:ext>
            </a:extLst>
          </p:cNvPr>
          <p:cNvSpPr>
            <a:spLocks xmlns:a="http://schemas.openxmlformats.org/drawingml/2006/main" noGrp="1"/>
          </p:cNvSpPr>
          <p:nvPr/>
        </p:nvSpPr>
        <p:spPr>
          <a:xfrm xmlns:a="http://schemas.openxmlformats.org/drawingml/2006/main">
            <a:off x="8572500" y="48196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joint-view target lift</a:t>
            </a:r>
          </a:p>
        </p:txBody>
      </p:sp>
      <p:sp>
        <p:nvSpPr>
          <p:cNvPr id="18" name="">
            <a:extLst xmlns:a="http://schemas.openxmlformats.org/drawingml/2006/main">
              <a:ext uri="{FF2B5EF4-FFF2-40B4-BE49-F238E27FC236}">
                <a16:creationId xmlns:a16="http://schemas.microsoft.com/office/drawing/2014/main" id="{F6ECFC47-02A9-4232-9C6A-D04C2E4C6646}"/>
              </a:ext>
            </a:extLst>
          </p:cNvPr>
          <p:cNvSpPr>
            <a:spLocks xmlns:a="http://schemas.openxmlformats.org/drawingml/2006/main" noGrp="1"/>
          </p:cNvSpPr>
          <p:nvPr/>
        </p:nvSpPr>
        <p:spPr>
          <a:xfrm xmlns:a="http://schemas.openxmlformats.org/drawingml/2006/main">
            <a:off x="10306050" y="479107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38.2×</a:t>
            </a:r>
          </a:p>
        </p:txBody>
      </p:sp>
      <p:sp>
        <p:nvSpPr>
          <p:cNvPr id="19" name="">
            <a:extLst xmlns:a="http://schemas.openxmlformats.org/drawingml/2006/main">
              <a:ext uri="{FF2B5EF4-FFF2-40B4-BE49-F238E27FC236}">
                <a16:creationId xmlns:a16="http://schemas.microsoft.com/office/drawing/2014/main" id="{4A5EA042-EE30-4032-927E-D8BF40F390FF}"/>
              </a:ext>
            </a:extLst>
          </p:cNvPr>
          <p:cNvSpPr>
            <a:spLocks xmlns:a="http://schemas.openxmlformats.org/drawingml/2006/main" noGrp="1"/>
          </p:cNvSpPr>
          <p:nvPr/>
        </p:nvSpPr>
        <p:spPr>
          <a:xfrm xmlns:a="http://schemas.openxmlformats.org/drawingml/2006/main">
            <a:off x="8572500" y="5200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B9C3CD"/>
                </a:solidFill>
                <a:latin typeface="Helvetica Neue"/>
                <a:ea typeface="Helvetica Neue"/>
                <a:cs typeface="Helvetica Neue"/>
              </a:defRPr>
            </a:pPr>
            <a:r>
              <a:rPr sz="975" b="0">
                <a:solidFill>
                  <a:srgbClr val="B9C3CD"/>
                </a:solidFill>
                <a:latin typeface="Helvetica Neue"/>
                <a:ea typeface="Helvetica Neue"/>
                <a:cs typeface="Helvetica Neue"/>
              </a:rPr>
              <a:t>The visual route reaches the correct toolbar neighborhood. The evaluated failure is the final pointer placement.</a:t>
            </a:r>
          </a:p>
        </p:txBody>
      </p:sp>
      <p:sp>
        <p:nvSpPr>
          <p:cNvPr id="20" name="">
            <a:extLst xmlns:a="http://schemas.openxmlformats.org/drawingml/2006/main">
              <a:ext uri="{FF2B5EF4-FFF2-40B4-BE49-F238E27FC236}">
                <a16:creationId xmlns:a16="http://schemas.microsoft.com/office/drawing/2014/main" id="{94150499-90E3-4C06-B82A-FFAF5841515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221E48-0F0E-4122-A8FB-781F13B1EE7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native 2880×1800 → 56×90 grid · 5.6-pixel boundary miss · no downsampling</a:t>
            </a:r>
          </a:p>
        </p:txBody>
      </p:sp>
    </p:spTree>
    <p:extLst>
      <p:ext uri="{BB962C8B-B14F-4D97-AF65-F5344CB8AC3E}">
        <p14:creationId xmlns:p14="http://schemas.microsoft.com/office/powerpoint/2010/main" val="2004158871"/>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B61FFCB-63ED-4C8D-B94B-DA2570A5697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DFBE5124-B9F4-4C53-8C4D-852456807AF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action path resolves onto the cheapest button</a:t>
            </a:r>
          </a:p>
        </p:txBody>
      </p:sp>
      <p:sp>
        <p:nvSpPr>
          <p:cNvPr id="3" name="">
            <a:extLst xmlns:a="http://schemas.openxmlformats.org/drawingml/2006/main">
              <a:ext uri="{FF2B5EF4-FFF2-40B4-BE49-F238E27FC236}">
                <a16:creationId xmlns:a16="http://schemas.microsoft.com/office/drawing/2014/main" id="{01826D1A-FDCE-4506-A308-61BDADDFECE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67B9F735-BB33-422D-8CBE-1A72D2FF8D9D}"/>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Value-norm target minus 4 same-history alternate instructions on teacher-forced x/y tokens</a:t>
            </a:r>
          </a:p>
        </p:txBody>
      </p:sp>
      <p:sp>
        <p:nvSpPr>
          <p:cNvPr id="5" name="">
            <a:extLst xmlns:a="http://schemas.openxmlformats.org/drawingml/2006/main">
              <a:ext uri="{FF2B5EF4-FFF2-40B4-BE49-F238E27FC236}">
                <a16:creationId xmlns:a16="http://schemas.microsoft.com/office/drawing/2014/main" id="{BEF7F56F-678C-4180-B123-F8E246F298F1}"/>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3D01F6-6EBF-4F77-BD71-AFF625309751}"/>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BOX = ORACLE</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607ceb2a7344c73"/>
          <a:srcRect xmlns:a="http://schemas.openxmlformats.org/drawingml/2006/main" l="0" t="30" r="0" b="30"/>
          <a:stretch xmlns:a="http://schemas.openxmlformats.org/drawingml/2006/main">
            <a:fillRect l="0" t="0" r="0" b="0"/>
          </a:stretch>
        </p:blipFill>
        <p:spPr>
          <a:xfrm xmlns:a="http://schemas.openxmlformats.org/drawingml/2006/main">
            <a:off x="609600" y="1581150"/>
            <a:ext cx="3524250" cy="2476500"/>
          </a:xfrm>
          <a:prstGeom xmlns:a="http://schemas.openxmlformats.org/drawingml/2006/main" prst="roundRect">
            <a:avLst>
              <a:gd name="adj" fmla="val 4615"/>
            </a:avLst>
          </a:prstGeom>
        </p:spPr>
      </p:pic>
      <p:sp>
        <p:nvSpPr>
          <p:cNvPr id="8" name="">
            <a:extLst xmlns:a="http://schemas.openxmlformats.org/drawingml/2006/main">
              <a:ext uri="{FF2B5EF4-FFF2-40B4-BE49-F238E27FC236}">
                <a16:creationId xmlns:a16="http://schemas.microsoft.com/office/drawing/2014/main" id="{7FEB14FF-EDAE-46CF-BFD5-072BBF3AC7FE}"/>
              </a:ext>
            </a:extLst>
          </p:cNvPr>
          <p:cNvSpPr>
            <a:spLocks xmlns:a="http://schemas.openxmlformats.org/drawingml/2006/main" noGrp="1"/>
          </p:cNvSpPr>
          <p:nvPr/>
        </p:nvSpPr>
        <p:spPr>
          <a:xfrm xmlns:a="http://schemas.openxmlformats.org/drawingml/2006/main">
            <a:off x="60960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F6EA89DC-37EF-421E-9CA5-69F7AAE92966}"/>
              </a:ext>
            </a:extLst>
          </p:cNvPr>
          <p:cNvSpPr>
            <a:spLocks xmlns:a="http://schemas.openxmlformats.org/drawingml/2006/main" noGrp="1"/>
          </p:cNvSpPr>
          <p:nvPr/>
        </p:nvSpPr>
        <p:spPr>
          <a:xfrm xmlns:a="http://schemas.openxmlformats.org/drawingml/2006/main">
            <a:off x="723900" y="4171950"/>
            <a:ext cx="23812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54B9F9F-37D7-471F-B08B-EBA513E98756}"/>
              </a:ext>
            </a:extLst>
          </p:cNvPr>
          <p:cNvSpPr>
            <a:spLocks xmlns:a="http://schemas.openxmlformats.org/drawingml/2006/main" noGrp="1"/>
          </p:cNvSpPr>
          <p:nvPr/>
        </p:nvSpPr>
        <p:spPr>
          <a:xfrm xmlns:a="http://schemas.openxmlformats.org/drawingml/2006/main">
            <a:off x="81915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TOP RESULTS</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13eb7279d6c4277"/>
          <a:srcRect xmlns:a="http://schemas.openxmlformats.org/drawingml/2006/main" l="0" t="30" r="0" b="30"/>
          <a:stretch xmlns:a="http://schemas.openxmlformats.org/drawingml/2006/main">
            <a:fillRect l="0" t="0" r="0" b="0"/>
          </a:stretch>
        </p:blipFill>
        <p:spPr>
          <a:xfrm xmlns:a="http://schemas.openxmlformats.org/drawingml/2006/main">
            <a:off x="4286250" y="1581150"/>
            <a:ext cx="3524250" cy="2476500"/>
          </a:xfrm>
          <a:prstGeom xmlns:a="http://schemas.openxmlformats.org/drawingml/2006/main" prst="roundRect">
            <a:avLst>
              <a:gd name="adj" fmla="val 4615"/>
            </a:avLst>
          </a:prstGeom>
        </p:spPr>
      </p:pic>
      <p:sp>
        <p:nvSpPr>
          <p:cNvPr id="12" name="">
            <a:extLst xmlns:a="http://schemas.openxmlformats.org/drawingml/2006/main">
              <a:ext uri="{FF2B5EF4-FFF2-40B4-BE49-F238E27FC236}">
                <a16:creationId xmlns:a16="http://schemas.microsoft.com/office/drawing/2014/main" id="{CB020B61-6ED5-4B96-850B-F5CEBE987DFD}"/>
              </a:ext>
            </a:extLst>
          </p:cNvPr>
          <p:cNvSpPr>
            <a:spLocks xmlns:a="http://schemas.openxmlformats.org/drawingml/2006/main" noGrp="1"/>
          </p:cNvSpPr>
          <p:nvPr/>
        </p:nvSpPr>
        <p:spPr>
          <a:xfrm xmlns:a="http://schemas.openxmlformats.org/drawingml/2006/main">
            <a:off x="428625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7EE359F2-D890-441C-93F4-FA9D71544CD6}"/>
              </a:ext>
            </a:extLst>
          </p:cNvPr>
          <p:cNvSpPr>
            <a:spLocks xmlns:a="http://schemas.openxmlformats.org/drawingml/2006/main" noGrp="1"/>
          </p:cNvSpPr>
          <p:nvPr/>
        </p:nvSpPr>
        <p:spPr>
          <a:xfrm xmlns:a="http://schemas.openxmlformats.org/drawingml/2006/main">
            <a:off x="4400550" y="4171950"/>
            <a:ext cx="23812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3F2C41-04AE-44C4-BB98-97831879BCAD}"/>
              </a:ext>
            </a:extLst>
          </p:cNvPr>
          <p:cNvSpPr>
            <a:spLocks xmlns:a="http://schemas.openxmlformats.org/drawingml/2006/main" noGrp="1"/>
          </p:cNvSpPr>
          <p:nvPr/>
        </p:nvSpPr>
        <p:spPr>
          <a:xfrm xmlns:a="http://schemas.openxmlformats.org/drawingml/2006/main">
            <a:off x="449580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MID LIST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4fb23e67d4254bea"/>
          <a:srcRect xmlns:a="http://schemas.openxmlformats.org/drawingml/2006/main" l="0" t="30" r="0" b="30"/>
          <a:stretch xmlns:a="http://schemas.openxmlformats.org/drawingml/2006/main">
            <a:fillRect l="0" t="0" r="0" b="0"/>
          </a:stretch>
        </p:blipFill>
        <p:spPr>
          <a:xfrm xmlns:a="http://schemas.openxmlformats.org/drawingml/2006/main">
            <a:off x="7962900" y="1581150"/>
            <a:ext cx="3524250" cy="2476500"/>
          </a:xfrm>
          <a:prstGeom xmlns:a="http://schemas.openxmlformats.org/drawingml/2006/main" prst="roundRect">
            <a:avLst>
              <a:gd name="adj" fmla="val 4615"/>
            </a:avLst>
          </a:prstGeom>
        </p:spPr>
      </p:pic>
      <p:sp>
        <p:nvSpPr>
          <p:cNvPr id="16" name="">
            <a:extLst xmlns:a="http://schemas.openxmlformats.org/drawingml/2006/main">
              <a:ext uri="{FF2B5EF4-FFF2-40B4-BE49-F238E27FC236}">
                <a16:creationId xmlns:a16="http://schemas.microsoft.com/office/drawing/2014/main" id="{753DFC9B-ACE2-4E5F-A1C6-6BBC0350E96E}"/>
              </a:ext>
            </a:extLst>
          </p:cNvPr>
          <p:cNvSpPr>
            <a:spLocks xmlns:a="http://schemas.openxmlformats.org/drawingml/2006/main" noGrp="1"/>
          </p:cNvSpPr>
          <p:nvPr/>
        </p:nvSpPr>
        <p:spPr>
          <a:xfrm xmlns:a="http://schemas.openxmlformats.org/drawingml/2006/main">
            <a:off x="796290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C54A6FF9-A8CE-4CE7-8416-7E6D8966ABD0}"/>
              </a:ext>
            </a:extLst>
          </p:cNvPr>
          <p:cNvSpPr>
            <a:spLocks xmlns:a="http://schemas.openxmlformats.org/drawingml/2006/main" noGrp="1"/>
          </p:cNvSpPr>
          <p:nvPr/>
        </p:nvSpPr>
        <p:spPr>
          <a:xfrm xmlns:a="http://schemas.openxmlformats.org/drawingml/2006/main">
            <a:off x="8077200" y="4171950"/>
            <a:ext cx="23812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20D31EC-5D95-49F3-8896-539EA7CA727E}"/>
              </a:ext>
            </a:extLst>
          </p:cNvPr>
          <p:cNvSpPr>
            <a:spLocks xmlns:a="http://schemas.openxmlformats.org/drawingml/2006/main" noGrp="1"/>
          </p:cNvSpPr>
          <p:nvPr/>
        </p:nvSpPr>
        <p:spPr>
          <a:xfrm xmlns:a="http://schemas.openxmlformats.org/drawingml/2006/main">
            <a:off x="817245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CHEAPEST VISIBLE</a:t>
            </a:r>
          </a:p>
        </p:txBody>
      </p:sp>
      <p:sp>
        <p:nvSpPr>
          <p:cNvPr id="19" name="">
            <a:extLst xmlns:a="http://schemas.openxmlformats.org/drawingml/2006/main">
              <a:ext uri="{FF2B5EF4-FFF2-40B4-BE49-F238E27FC236}">
                <a16:creationId xmlns:a16="http://schemas.microsoft.com/office/drawing/2014/main" id="{6868D4AC-7C55-4A7F-BFBA-7C7A6248D18A}"/>
              </a:ext>
            </a:extLst>
          </p:cNvPr>
          <p:cNvSpPr>
            <a:spLocks xmlns:a="http://schemas.openxmlformats.org/drawingml/2006/main" noGrp="1"/>
          </p:cNvSpPr>
          <p:nvPr/>
        </p:nvSpPr>
        <p:spPr>
          <a:xfrm xmlns:a="http://schemas.openxmlformats.org/drawingml/2006/main">
            <a:off x="609600" y="468630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67D54DF9-2C49-4817-8928-393673795732}"/>
              </a:ext>
            </a:extLst>
          </p:cNvPr>
          <p:cNvSpPr>
            <a:spLocks xmlns:a="http://schemas.openxmlformats.org/drawingml/2006/main" noGrp="1"/>
          </p:cNvSpPr>
          <p:nvPr/>
        </p:nvSpPr>
        <p:spPr>
          <a:xfrm xmlns:a="http://schemas.openxmlformats.org/drawingml/2006/main">
            <a:off x="609600" y="46863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5C3C30F-BDDE-4522-AA9B-D0AD80748B97}"/>
              </a:ext>
            </a:extLst>
          </p:cNvPr>
          <p:cNvSpPr>
            <a:spLocks xmlns:a="http://schemas.openxmlformats.org/drawingml/2006/main" noGrp="1"/>
          </p:cNvSpPr>
          <p:nvPr/>
        </p:nvSpPr>
        <p:spPr>
          <a:xfrm xmlns:a="http://schemas.openxmlformats.org/drawingml/2006/main">
            <a:off x="800100" y="481965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HOLO TARGET-BOX DIFFERENTIAL</a:t>
            </a:r>
          </a:p>
        </p:txBody>
      </p:sp>
      <p:sp>
        <p:nvSpPr>
          <p:cNvPr id="22" name="">
            <a:extLst xmlns:a="http://schemas.openxmlformats.org/drawingml/2006/main">
              <a:ext uri="{FF2B5EF4-FFF2-40B4-BE49-F238E27FC236}">
                <a16:creationId xmlns:a16="http://schemas.microsoft.com/office/drawing/2014/main" id="{56BE2FDC-A873-489B-9262-1510D87F7E89}"/>
              </a:ext>
            </a:extLst>
          </p:cNvPr>
          <p:cNvSpPr>
            <a:spLocks xmlns:a="http://schemas.openxmlformats.org/drawingml/2006/main" noGrp="1"/>
          </p:cNvSpPr>
          <p:nvPr/>
        </p:nvSpPr>
        <p:spPr>
          <a:xfrm xmlns:a="http://schemas.openxmlformats.org/drawingml/2006/main">
            <a:off x="800100" y="501015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10.74 pp</a:t>
            </a:r>
          </a:p>
        </p:txBody>
      </p:sp>
      <p:sp>
        <p:nvSpPr>
          <p:cNvPr id="23" name="">
            <a:extLst xmlns:a="http://schemas.openxmlformats.org/drawingml/2006/main">
              <a:ext uri="{FF2B5EF4-FFF2-40B4-BE49-F238E27FC236}">
                <a16:creationId xmlns:a16="http://schemas.microsoft.com/office/drawing/2014/main" id="{66B798D7-1F07-4206-A033-337E5A090A33}"/>
              </a:ext>
            </a:extLst>
          </p:cNvPr>
          <p:cNvSpPr>
            <a:spLocks xmlns:a="http://schemas.openxmlformats.org/drawingml/2006/main" noGrp="1"/>
          </p:cNvSpPr>
          <p:nvPr/>
        </p:nvSpPr>
        <p:spPr>
          <a:xfrm xmlns:a="http://schemas.openxmlformats.org/drawingml/2006/main">
            <a:off x="800100" y="541972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34.5% of positive residual mass</a:t>
            </a:r>
          </a:p>
        </p:txBody>
      </p:sp>
      <p:sp>
        <p:nvSpPr>
          <p:cNvPr id="24" name="">
            <a:extLst xmlns:a="http://schemas.openxmlformats.org/drawingml/2006/main">
              <a:ext uri="{FF2B5EF4-FFF2-40B4-BE49-F238E27FC236}">
                <a16:creationId xmlns:a16="http://schemas.microsoft.com/office/drawing/2014/main" id="{BA91CC0C-A111-4582-A991-5830BBC36E7D}"/>
              </a:ext>
            </a:extLst>
          </p:cNvPr>
          <p:cNvSpPr>
            <a:spLocks xmlns:a="http://schemas.openxmlformats.org/drawingml/2006/main" noGrp="1"/>
          </p:cNvSpPr>
          <p:nvPr/>
        </p:nvSpPr>
        <p:spPr>
          <a:xfrm xmlns:a="http://schemas.openxmlformats.org/drawingml/2006/main">
            <a:off x="4114800" y="468630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25DCF027-B25E-4396-8D21-489F77938F18}"/>
              </a:ext>
            </a:extLst>
          </p:cNvPr>
          <p:cNvSpPr>
            <a:spLocks xmlns:a="http://schemas.openxmlformats.org/drawingml/2006/main" noGrp="1"/>
          </p:cNvSpPr>
          <p:nvPr/>
        </p:nvSpPr>
        <p:spPr>
          <a:xfrm xmlns:a="http://schemas.openxmlformats.org/drawingml/2006/main">
            <a:off x="4114800" y="46863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DDFD363-C010-4E32-AB0D-B11A3D93681B}"/>
              </a:ext>
            </a:extLst>
          </p:cNvPr>
          <p:cNvSpPr>
            <a:spLocks xmlns:a="http://schemas.openxmlformats.org/drawingml/2006/main" noGrp="1"/>
          </p:cNvSpPr>
          <p:nvPr/>
        </p:nvSpPr>
        <p:spPr>
          <a:xfrm xmlns:a="http://schemas.openxmlformats.org/drawingml/2006/main">
            <a:off x="4305300" y="481965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HOLO − QWEN</a:t>
            </a:r>
          </a:p>
        </p:txBody>
      </p:sp>
      <p:sp>
        <p:nvSpPr>
          <p:cNvPr id="27" name="">
            <a:extLst xmlns:a="http://schemas.openxmlformats.org/drawingml/2006/main">
              <a:ext uri="{FF2B5EF4-FFF2-40B4-BE49-F238E27FC236}">
                <a16:creationId xmlns:a16="http://schemas.microsoft.com/office/drawing/2014/main" id="{7C02BF18-27FC-452D-A17E-CC8D576A60BF}"/>
              </a:ext>
            </a:extLst>
          </p:cNvPr>
          <p:cNvSpPr>
            <a:spLocks xmlns:a="http://schemas.openxmlformats.org/drawingml/2006/main" noGrp="1"/>
          </p:cNvSpPr>
          <p:nvPr/>
        </p:nvSpPr>
        <p:spPr>
          <a:xfrm xmlns:a="http://schemas.openxmlformats.org/drawingml/2006/main">
            <a:off x="4305300" y="501015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+4.19 pp</a:t>
            </a:r>
          </a:p>
        </p:txBody>
      </p:sp>
      <p:sp>
        <p:nvSpPr>
          <p:cNvPr id="28" name="">
            <a:extLst xmlns:a="http://schemas.openxmlformats.org/drawingml/2006/main">
              <a:ext uri="{FF2B5EF4-FFF2-40B4-BE49-F238E27FC236}">
                <a16:creationId xmlns:a16="http://schemas.microsoft.com/office/drawing/2014/main" id="{157D0508-5738-4645-8BF6-BB89113C0A1A}"/>
              </a:ext>
            </a:extLst>
          </p:cNvPr>
          <p:cNvSpPr>
            <a:spLocks xmlns:a="http://schemas.openxmlformats.org/drawingml/2006/main" noGrp="1"/>
          </p:cNvSpPr>
          <p:nvPr/>
        </p:nvSpPr>
        <p:spPr>
          <a:xfrm xmlns:a="http://schemas.openxmlformats.org/drawingml/2006/main">
            <a:off x="4305300" y="541972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same images, history, and controls</a:t>
            </a:r>
          </a:p>
        </p:txBody>
      </p:sp>
      <p:sp>
        <p:nvSpPr>
          <p:cNvPr id="29" name="">
            <a:extLst xmlns:a="http://schemas.openxmlformats.org/drawingml/2006/main">
              <a:ext uri="{FF2B5EF4-FFF2-40B4-BE49-F238E27FC236}">
                <a16:creationId xmlns:a16="http://schemas.microsoft.com/office/drawing/2014/main" id="{D2EB534F-A51B-426A-A4C7-9B34B7F5A5E6}"/>
              </a:ext>
            </a:extLst>
          </p:cNvPr>
          <p:cNvSpPr>
            <a:spLocks xmlns:a="http://schemas.openxmlformats.org/drawingml/2006/main" noGrp="1"/>
          </p:cNvSpPr>
          <p:nvPr/>
        </p:nvSpPr>
        <p:spPr>
          <a:xfrm xmlns:a="http://schemas.openxmlformats.org/drawingml/2006/main">
            <a:off x="7620000" y="468630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3FFC73BC-D8D2-4F50-B407-327C538D950B}"/>
              </a:ext>
            </a:extLst>
          </p:cNvPr>
          <p:cNvSpPr>
            <a:spLocks xmlns:a="http://schemas.openxmlformats.org/drawingml/2006/main" noGrp="1"/>
          </p:cNvSpPr>
          <p:nvPr/>
        </p:nvSpPr>
        <p:spPr>
          <a:xfrm xmlns:a="http://schemas.openxmlformats.org/drawingml/2006/main">
            <a:off x="7620000" y="468630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3E2F87B-73A7-4594-AE5E-9846B12B323A}"/>
              </a:ext>
            </a:extLst>
          </p:cNvPr>
          <p:cNvSpPr>
            <a:spLocks xmlns:a="http://schemas.openxmlformats.org/drawingml/2006/main" noGrp="1"/>
          </p:cNvSpPr>
          <p:nvPr/>
        </p:nvSpPr>
        <p:spPr>
          <a:xfrm xmlns:a="http://schemas.openxmlformats.org/drawingml/2006/main">
            <a:off x="7810500" y="481965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CONTROL STABILITY</a:t>
            </a:r>
          </a:p>
        </p:txBody>
      </p:sp>
      <p:sp>
        <p:nvSpPr>
          <p:cNvPr id="32" name="">
            <a:extLst xmlns:a="http://schemas.openxmlformats.org/drawingml/2006/main">
              <a:ext uri="{FF2B5EF4-FFF2-40B4-BE49-F238E27FC236}">
                <a16:creationId xmlns:a16="http://schemas.microsoft.com/office/drawing/2014/main" id="{0545F94B-8F22-4F4A-9F4F-B78F9BF3FC34}"/>
              </a:ext>
            </a:extLst>
          </p:cNvPr>
          <p:cNvSpPr>
            <a:spLocks xmlns:a="http://schemas.openxmlformats.org/drawingml/2006/main" noGrp="1"/>
          </p:cNvSpPr>
          <p:nvPr/>
        </p:nvSpPr>
        <p:spPr>
          <a:xfrm xmlns:a="http://schemas.openxmlformats.org/drawingml/2006/main">
            <a:off x="7810500" y="501015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0.957</a:t>
            </a:r>
          </a:p>
        </p:txBody>
      </p:sp>
      <p:sp>
        <p:nvSpPr>
          <p:cNvPr id="33" name="">
            <a:extLst xmlns:a="http://schemas.openxmlformats.org/drawingml/2006/main">
              <a:ext uri="{FF2B5EF4-FFF2-40B4-BE49-F238E27FC236}">
                <a16:creationId xmlns:a16="http://schemas.microsoft.com/office/drawing/2014/main" id="{74BDE107-FB23-40C8-97D9-67C89F41B0C8}"/>
              </a:ext>
            </a:extLst>
          </p:cNvPr>
          <p:cNvSpPr>
            <a:spLocks xmlns:a="http://schemas.openxmlformats.org/drawingml/2006/main" noGrp="1"/>
          </p:cNvSpPr>
          <p:nvPr/>
        </p:nvSpPr>
        <p:spPr>
          <a:xfrm xmlns:a="http://schemas.openxmlformats.org/drawingml/2006/main">
            <a:off x="7810500" y="541972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minimum leave-one-control-out cosine</a:t>
            </a:r>
          </a:p>
        </p:txBody>
      </p:sp>
      <p:sp>
        <p:nvSpPr>
          <p:cNvPr id="34" name="">
            <a:extLst xmlns:a="http://schemas.openxmlformats.org/drawingml/2006/main">
              <a:ext uri="{FF2B5EF4-FFF2-40B4-BE49-F238E27FC236}">
                <a16:creationId xmlns:a16="http://schemas.microsoft.com/office/drawing/2014/main" id="{B92A358D-B7BC-4904-B088-4ECB3F7F8FD8}"/>
              </a:ext>
            </a:extLst>
          </p:cNvPr>
          <p:cNvSpPr>
            <a:spLocks xmlns:a="http://schemas.openxmlformats.org/drawingml/2006/main" noGrp="1"/>
          </p:cNvSpPr>
          <p:nvPr/>
        </p:nvSpPr>
        <p:spPr>
          <a:xfrm xmlns:a="http://schemas.openxmlformats.org/drawingml/2006/main">
            <a:off x="609600" y="5867400"/>
            <a:ext cx="10972800" cy="438150"/>
          </a:xfrm>
          <a:prstGeom xmlns:a="http://schemas.openxmlformats.org/drawingml/2006/main" prst="roundRect">
            <a:avLst>
              <a:gd name="adj" fmla="val 17391"/>
            </a:avLst>
          </a:prstGeom>
          <a:solidFill xmlns:a="http://schemas.openxmlformats.org/drawingml/2006/main">
            <a:srgbClr val="1C273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BA6BD21-D228-48FE-8E22-DB083E992BA0}"/>
              </a:ext>
            </a:extLst>
          </p:cNvPr>
          <p:cNvSpPr>
            <a:spLocks xmlns:a="http://schemas.openxmlformats.org/drawingml/2006/main" noGrp="1"/>
          </p:cNvSpPr>
          <p:nvPr/>
        </p:nvSpPr>
        <p:spPr>
          <a:xfrm xmlns:a="http://schemas.openxmlformats.org/drawingml/2006/main">
            <a:off x="800100" y="5962650"/>
            <a:ext cx="10591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The current frame carries 68.1% of Holo's positive prompt differential; the oracle button alone carries 34.5%.</a:t>
            </a:r>
          </a:p>
        </p:txBody>
      </p:sp>
      <p:sp>
        <p:nvSpPr>
          <p:cNvPr id="36" name="">
            <a:extLst xmlns:a="http://schemas.openxmlformats.org/drawingml/2006/main">
              <a:ext uri="{FF2B5EF4-FFF2-40B4-BE49-F238E27FC236}">
                <a16:creationId xmlns:a16="http://schemas.microsoft.com/office/drawing/2014/main" id="{FB5EFF15-50AC-46BE-A9C4-3C6CC5DA858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886CFA8-1915-4F00-8ECA-8FB33013B0B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1024×720 → 22×32 per frame · identical 3-frame / 2-scroll history · no max-width downsampling</a:t>
            </a:r>
          </a:p>
        </p:txBody>
      </p:sp>
    </p:spTree>
    <p:extLst>
      <p:ext uri="{BB962C8B-B14F-4D97-AF65-F5344CB8AC3E}">
        <p14:creationId xmlns:p14="http://schemas.microsoft.com/office/powerpoint/2010/main" val="1212956490"/>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E7BED42-3EDD-44FD-A183-CF1538355D9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7D2B76B2-3961-4180-8F6D-8D6902D3F21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C6192F10-9C94-4297-BDBF-DFB91B631F4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0324389A-5599-4A22-8135-5E87F73509D9}"/>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41EA0988-85C2-4268-B27B-CA71066CE3F5}"/>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20D4C1F2-ED9B-4350-B183-ACF1691169B1}"/>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66E936AA-8A46-43AE-8670-AEF90DEC4667}"/>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15202A-758B-4A08-BB4C-7C917F488B5C}"/>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862674-30C9-42AF-B4E3-60B4E619368F}"/>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1329CF60-9D67-4687-B72F-2E7079F02A46}"/>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0DF49AB6-D065-4278-AA08-87A1B61502B4}"/>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6B8B22-A3DC-478C-9CD6-AE0CBE9E356B}"/>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91B703-FB89-4EB3-BAB6-6EE85BDBDE48}"/>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84E57708-E5EC-4462-A80F-B5B425FD5E79}"/>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493CAA08-434B-41DE-B349-B59BB7B91C68}"/>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B0A25A1-8D8B-4973-845B-1204AF3C9BCB}"/>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03819D8-8600-49F0-8345-26087612F5FA}"/>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4FD6BD88-FFE2-49F9-8D74-9EF22EF87D98}"/>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16A77949-EDD6-4195-9C84-3E281C13B60C}"/>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1A3C56C-E796-4738-A06A-A07BF118D529}"/>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ADAF9EE-D705-4477-9200-97CA8961D909}"/>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3AA5DD63-D1AD-411B-A7D2-818E9B868060}"/>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FEC0B957-B37D-4031-9CE6-1A3B8D50C49D}"/>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986398D-7AC2-4584-A5CC-AB55D35F107D}"/>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193A7BE-DE93-441E-A152-2BCABFB9A7B1}"/>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445461BB-DBD9-41DB-A1B8-A0AD0DA4995B}"/>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3D058D98-8EF1-4CE5-9319-D38F2619BD29}"/>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950B213-6C88-4B02-944F-1C015E29B524}"/>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6979818-692B-4161-897E-7650E6CE2904}"/>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77077489-8814-4D40-A230-A8694C839975}"/>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4961FB99-A242-474B-9E89-185536864B9C}"/>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FB2CB91-B6E7-4765-94FA-C707EFBD2171}"/>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2F3F7F2-4F1C-4AB8-8EB4-FB5FEFE3DEAE}"/>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C78EF4FA-9421-49A6-89B4-4B60CADB9F53}"/>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C5352641-47E2-4012-A028-359EF22807F4}"/>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FB38FA2-B2A0-4222-A308-7F33ABF08429}"/>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D8D0F30-0C38-4FBA-8C28-AF8DFCF110CF}"/>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16B71835-A515-4711-AFEA-AEE3B3846858}"/>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4385DE3-EA9D-4FB6-AC23-5B97FA40703E}"/>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C8C73B99-B027-48C4-81A3-F6C188244CA1}"/>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A801D806-C76C-4B60-ABDB-58E6B89DD711}"/>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9B505118-4A11-44E4-9DF8-B9BA4F6FB89E}"/>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79430B19-E2F8-470B-80F5-9FAAE6E8E312}"/>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7197FD2-9DCC-49F2-8E84-E348EB7274E2}"/>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151047B5-B398-4F10-9DAD-FD145BBE5785}"/>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37FA11C5-9292-4126-9890-4C55757A5633}"/>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D3863C2E-BEC3-4A56-8A1F-560BC913110B}"/>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B13956E0-CBAA-47DD-B1D5-199DBB20291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CA87CCB-5F8C-4558-A0F8-EB580B540AB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888428055"/>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D2E3476-6B9F-422F-81D4-5D4BB2A9361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43BD77C4-781C-44F9-9868-2B15BB2A686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493BCD22-C334-4240-B988-D3C6FD41153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D9A2575-B95E-4ED0-892F-E32B87AA3F8F}"/>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447b5697e864c89"/>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9D8A463A-3B3C-4B15-8DD7-CF9ABC027355}"/>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44f307e6e4f4eb0"/>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D0323100-CD58-4FD0-8554-F20E1AE485F2}"/>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6041D2E-3060-4A71-B939-31FF8B636661}"/>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FDC2BE6-D2DD-4711-B549-3E14981A13E1}"/>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70B8BA0E-8C0C-468B-85EA-F0B6BE98BFFB}"/>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4972FB-6155-4806-8C43-F484D05FED6A}"/>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78ACAF5A-40E5-4AC1-9924-9D62C98A0962}"/>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F35E3DC9-BE35-4C63-A643-98054907B3C9}"/>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F22F65C6-9A85-400B-A4D8-1E64083EB7C7}"/>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EF6290E-61DC-4A77-B4BC-BAFF8E582AE4}"/>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C55D3BC8-4FB8-4EDB-8E8F-C63FE89B3185}"/>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AE644C15-BEBB-4FF5-B6E9-14E9EDF527FB}"/>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143356EF-D0D6-42AB-B9D4-7155D79AAD9E}"/>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BE0B1295-73A7-4BF3-9FC8-5809037C4555}"/>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FDD9DD97-2F0B-48E1-9161-FB6E72C971C1}"/>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3D185C-E42C-47D5-B073-BC5AB5DE159B}"/>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4B47A6B7-F16F-41C2-9C47-A4ECBFDF858A}"/>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C59FFC2A-A054-43E5-97A6-E3246ACC3C68}"/>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95870949-CAAF-4E26-8D02-F4C830CB8E46}"/>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D351978B-0F7C-4AE3-A66C-663E3C4A5FB6}"/>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60ABAE4-AE46-4842-BE7B-1FCFD6DF5ADE}"/>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602DC991-B12F-4717-87D8-DF271773EF0B}"/>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B6E3A1DB-AE83-4C05-947B-1282905E45FF}"/>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2DEE0558-47CD-43F2-B40A-AB545580DC4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4CAC24A-7625-48DA-B6DE-6AE77003EBE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1642079289"/>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BD9A455-9D14-437B-9E3A-F6F2F6300CF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12C21C72-6F7F-45C6-93C5-826A13563F6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B8A4199F-752B-4B30-BB70-3DD9A62A015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3DFE742B-77D9-4AD9-B9B2-37079F45839D}"/>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478458A3-2E82-4A53-BB0D-E4528EF143AC}"/>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248BC0FB-44F8-4C97-92D6-B54C4A512C91}"/>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C500B078-8F6E-497E-9769-49E0574D063F}"/>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D6F1C51D-B140-40C1-A968-27366431E50C}"/>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DB1D9687-C6FB-4D38-809A-001D0FE65BE5}"/>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7"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17d6fe5fded84a06"/>
          </a:graphicData>
        </a:graphic>
      </p:graphicFrame>
      <p:sp>
        <p:nvSpPr>
          <p:cNvPr id="13" name="">
            <a:extLst xmlns:a="http://schemas.openxmlformats.org/drawingml/2006/main">
              <a:ext uri="{FF2B5EF4-FFF2-40B4-BE49-F238E27FC236}">
                <a16:creationId xmlns:a16="http://schemas.microsoft.com/office/drawing/2014/main" id="{863E7C99-04D9-4319-B08E-FDF34BBFB609}"/>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7352A117-39A3-4531-AC9F-74BEE16FDD2D}"/>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0C29707-E6FB-461B-8A96-00E63AF1457A}"/>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21E6FF9-C938-4159-B1C7-23C13ADD430A}"/>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7B6164CE-1ADA-457B-83E8-F7A4C2A1D2AA}"/>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9C256C60-F87A-47AF-8EDB-B46E0BA37C96}"/>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4B90C0E3-ED23-4152-8AC5-7ABC13073B79}"/>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7A02C522-1263-43A2-963F-0BC94A8FE885}"/>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1BA5FA01-873C-4004-9845-39B3F835D04A}"/>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DE09CA9-0902-47B6-9168-F24F0961D3B2}"/>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AF5551D-3CDB-40C2-B475-239658A6F3EC}"/>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99B6FF59-8836-44DF-B82A-AE00E67814B7}"/>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913639D2-336B-4CD7-B47F-AA4A7C7D3122}"/>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7A444576-1EC6-4F20-9C37-04240CE44E9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0DCC039-AA56-475B-A3FF-FC89E05F977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408010650"/>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0A73B08-2327-448B-9CE6-084DA4CE269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09D7D1E5-6A43-41E8-A518-22AD22D63B9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A7B3FDBC-DBB2-4A18-9757-71AEA6D70A0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72B45C2E-7BF9-4074-A31D-D60AAE8179A4}"/>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48e90ad9cbc479d"/>
          <a:srcRect xmlns:a="http://schemas.openxmlformats.org/drawingml/2006/main" l="0" t="7778" r="0" b="7778"/>
          <a:stretch xmlns:a="http://schemas.openxmlformats.org/drawingml/2006/main">
            <a:fillRect l="0" t="0" r="0" b="0"/>
          </a:stretch>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B31F968A-A629-4C06-93DA-36640AFAE50F}"/>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05570154abc24083"/>
          <a:srcRect xmlns:a="http://schemas.openxmlformats.org/drawingml/2006/main" l="0" t="7778" r="0" b="7778"/>
          <a:stretch xmlns:a="http://schemas.openxmlformats.org/drawingml/2006/main">
            <a:fillRect l="0" t="0" r="0" b="0"/>
          </a:stretch>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0A9462F1-9E6E-48B2-A64B-E5AA1276896A}"/>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071c1657a7e40f4"/>
          <a:srcRect xmlns:a="http://schemas.openxmlformats.org/drawingml/2006/main" l="0" t="7778" r="0" b="7778"/>
          <a:stretch xmlns:a="http://schemas.openxmlformats.org/drawingml/2006/main">
            <a:fillRect l="0" t="0" r="0" b="0"/>
          </a:stretch>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BFDD2590-3AD7-4E29-9613-84C4404C7B59}"/>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150E006-4557-46A8-8DD9-E500E2C5D311}"/>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007281-6788-4C91-9F3C-B64F9D074C70}"/>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653B0D10-424C-48ED-9BC7-04C51CC4CF7B}"/>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95687B-C96E-43CF-BBC5-9EE73623BA6A}"/>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1509FB10-430C-4B96-A802-A2EE807ED6C5}"/>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EB3610-7DF7-458F-9B7B-4027CCD22CBE}"/>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71BF45AB-A63E-4047-B81C-E9F92438C54C}"/>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7e27d380a681478f"/>
          </a:graphicData>
        </a:graphic>
      </p:graphicFrame>
      <p:sp>
        <p:nvSpPr>
          <p:cNvPr id="19" name="">
            <a:extLst xmlns:a="http://schemas.openxmlformats.org/drawingml/2006/main">
              <a:ext uri="{FF2B5EF4-FFF2-40B4-BE49-F238E27FC236}">
                <a16:creationId xmlns:a16="http://schemas.microsoft.com/office/drawing/2014/main" id="{11385834-AA8D-4AF0-95D1-319226F3B52C}"/>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a3ff13bdb8524f45"/>
          </a:graphicData>
        </a:graphic>
      </p:graphicFrame>
      <p:sp>
        <p:nvSpPr>
          <p:cNvPr id="21" name="">
            <a:extLst xmlns:a="http://schemas.openxmlformats.org/drawingml/2006/main">
              <a:ext uri="{FF2B5EF4-FFF2-40B4-BE49-F238E27FC236}">
                <a16:creationId xmlns:a16="http://schemas.microsoft.com/office/drawing/2014/main" id="{57AEAA31-0E82-4F98-872E-2211944FD6A0}"/>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9022626-C0B2-4A73-8081-EBCE9F539D55}"/>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C89482C9-C4ED-4800-A74C-57F2412E63E5}"/>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5E699027-F7DF-414B-B358-DE16D4A379B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DD2EB28-4509-4E29-8F98-C374C7BB3B0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1770740511"/>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FBE8A41-2B5D-4FF7-8917-4CD16089B3B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7D993571-781A-48B0-9688-B5D6192B232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3E406BB7-33B4-421F-AAC0-3928744A967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93E14C0F-BD27-47BB-BCFD-55D6CF42DEB0}"/>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B6CFBC86-2E1B-42E7-AC56-583902A1494A}"/>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4AA63C-833F-48D5-AA48-9848D032F00E}"/>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2C7A12CD-5227-40E6-ACCD-F78530DB4899}"/>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2D2468-4CE1-435D-883D-F7EF96073813}"/>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EC658307-257D-49A4-9690-EB632345F17E}"/>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CAF62637-AC1B-48EF-9CB2-3E7DBDA2D79A}"/>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2FBBB491-48E7-4674-B4BF-8EF4F9E974B3}"/>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4BA201C-A9C2-4469-A871-04AC810DD5BC}"/>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93F4E576-60E7-4189-BB4E-11A44182F3F1}"/>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17E764-69A9-4EA8-BA87-7A056749BC63}"/>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3EDD123E-8336-4BAF-A30A-44F08437EE57}"/>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3DDC66E2-29A8-4E7B-979E-5A8FC2BB74C1}"/>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D0C0AF24-D94D-4129-B3AB-E3B0ACAD9605}"/>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E3B7490-6B22-481F-949C-D06313D5CC18}"/>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04266C2E-E50A-4B34-BB21-0899C95FC058}"/>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29B409-7A7D-4F80-897B-074DC563A9E3}"/>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A1C213E2-D74D-4962-9EF5-04B6F501C28A}"/>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B349A341-8BC5-47E3-9AAF-3F50421D8058}"/>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FE7A2C37-F942-450E-99B0-7ED9D9D17F59}"/>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89A997D-1935-4034-B8A2-C65626227D7E}"/>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AFC3DF32-FDE1-4F43-A132-6B226CD028D9}"/>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2FBCE3-E275-46ED-9B42-4B07AD928610}"/>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9D75B744-C8F6-4A8F-9516-11BA55EC2469}"/>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36264119-BE8D-45C4-B393-9EDF7F8272A9}"/>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CF6D14E-DE00-45B5-BBD6-503D014D0EBB}"/>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A4801E7D-918F-4550-8A50-A414729712AB}"/>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3D1C1908-2FBC-481C-A580-C54C29C62E3E}"/>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F3E7E7F3-D45C-4B0D-B368-6D4641BA858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DA991C7-9C7B-4345-A8C9-845364DFFAF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1724022573"/>
      </p:ext>
    </p:extLst>
  </p:cSld>
</p:sld>
</file>

<file path=ppt/slides/slide1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E52C8DC-3C42-41D3-92A8-D7515C82215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0F3D9470-3F2A-4611-ADBE-56E03B4FB0D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5B253812-80AA-49AF-A872-D7A21AFFB01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36FA2F91-424B-4DCE-87BC-DDBA798010B5}"/>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2ED479-9E4D-4411-B3D0-A07488B751D0}"/>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313EDAA-4D91-47CC-A140-BF4E479CAA3D}"/>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F6587D03-810C-414D-BEB2-A948EE5B7016}"/>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B55C0203-DDC5-45C4-9DAE-3DA18797FF41}"/>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4793647-4532-4D21-B518-AB98A71B6532}"/>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BB8ED051-F92B-4421-91B1-A545821F0C74}"/>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CD43CA00-C7A9-4F1C-8378-2C840D44F00B}"/>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C0FC3126-B398-4B5E-B7EC-282C774EAEC0}"/>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4159BBC-1E75-4A8B-BE4F-867B8E51D19B}"/>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4D6D435E-F662-46E9-869B-A7FE4D6EFE18}"/>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9C1AFD5D-C4D9-4935-8472-09146ED2BD1F}"/>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F9ACBF81-5236-4FAC-913B-E4AB42EB17D9}"/>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226E2B-3FB8-48B5-B8AB-C155BDD3F69D}"/>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2CDC07EA-FE15-4511-BE80-AD0E17FFD445}"/>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59282E8-1A02-404C-B12B-4FB328BD7F2A}"/>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7EF79618-920C-4A5A-9098-4B507B77FCEF}"/>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1C10F405-8E47-4BC4-8B20-1788F6F78CF0}"/>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1364EB76-2794-44C6-A387-5F6DEF33DB3A}"/>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02E570B-7692-4F39-B92E-514A46438091}"/>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19EF4E46-3FBE-45C5-A2C0-2980F625EA82}"/>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F6505E5D-0E38-4C45-B67B-9C46E4B9D3AC}"/>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CD8BB3CC-06A7-4F73-83C9-8A97C319674D}"/>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47B670A-68CB-4C2F-B424-3DE6EDDED32A}"/>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CB1FDCB0-EA6D-4A8E-9A0F-E440C88CF7A1}"/>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D6ED18E3-1CF5-438D-A805-940F49EEDB7C}"/>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BF2D6C9F-4ECC-48CD-A48D-8F7396401084}"/>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64AF212-201E-41D3-B700-6088E5178277}"/>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C2E30B8A-C677-404D-A060-C9A46048D332}"/>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727A48B5-236D-4D54-A5C1-DAE9EE200D7E}"/>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649F1E28-437C-4E4A-8EF0-60A0E9CB18E3}"/>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7B58CD9-7EA2-41DB-8D23-FF9B4E0A17C3}"/>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B4FB6BEA-6A25-4227-A6D3-57EF39DD66F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B3B3C87-B7D6-416D-9FCC-393B5AE2CE0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1443012529"/>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FEE95C-26E8-446F-98E6-5650EDC03EC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ECE47943-3B3B-438C-9F8E-2F40A1F06E4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820E754B-C7AC-4B94-B6C6-ACE03B51E86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716B0568-306A-4AAD-9821-B3B4839E315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CBD2C3D3-8214-4BD5-8D7C-369B7B0AF7D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B72E5E-CAA5-4A8D-8D90-0C59A8080EC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6208753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2026-09-22T03:00:10.8590000Z</dcterms:created>
  <dcterms:modified xsi:type="dcterms:W3CDTF">2026-09-22T03:00:10.8590000Z</dcterms:modified>
</coreProperties>
</file>