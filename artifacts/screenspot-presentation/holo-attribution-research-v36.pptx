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d677f9a7df4ed1" /><Relationship Type="http://schemas.openxmlformats.org/officeDocument/2006/relationships/extended-properties" Target="/docProps/app.xml" Id="R5d6dc2e006e640f8" /><Relationship Type="http://schemas.openxmlformats.org/officeDocument/2006/relationships/officeDocument" Target="/ppt/presentation.xml" Id="Rb9a6a5c224344a07" /></Relationships>
</file>

<file path=ppt/presentation.xml><?xml version="1.0" encoding="utf-8"?>
<p:presentation xmlns:p="http://schemas.openxmlformats.org/presentationml/2006/main">
  <p:sldMasterIdLst>
    <p:sldMasterId xmlns:r="http://schemas.openxmlformats.org/officeDocument/2006/relationships" id="2147483648" r:id="Rb461fef8709a4bdc"/>
  </p:sldMasterIdLst>
  <p:notesMasterIdLst>
    <p:notesMasterId xmlns:r="http://schemas.openxmlformats.org/officeDocument/2006/relationships" r:id="Rf77daa39056849cb"/>
  </p:notesMasterIdLst>
  <p:sldIdLst>
    <p:sldId xmlns:r="http://schemas.openxmlformats.org/officeDocument/2006/relationships" id="256" r:id="R5ffde0cdc3bf4c5d"/>
    <p:sldId xmlns:r="http://schemas.openxmlformats.org/officeDocument/2006/relationships" id="257" r:id="Rf68db977a24c40f1"/>
    <p:sldId xmlns:r="http://schemas.openxmlformats.org/officeDocument/2006/relationships" id="258" r:id="R2c251e2141d54509"/>
    <p:sldId xmlns:r="http://schemas.openxmlformats.org/officeDocument/2006/relationships" id="259" r:id="Rd630c7c9f7814d10"/>
    <p:sldId xmlns:r="http://schemas.openxmlformats.org/officeDocument/2006/relationships" id="260" r:id="R73f46b2e8a904f90"/>
    <p:sldId xmlns:r="http://schemas.openxmlformats.org/officeDocument/2006/relationships" id="261" r:id="Rf47350270663497f"/>
    <p:sldId xmlns:r="http://schemas.openxmlformats.org/officeDocument/2006/relationships" id="262" r:id="R5403604d48834b8c"/>
    <p:sldId xmlns:r="http://schemas.openxmlformats.org/officeDocument/2006/relationships" id="263" r:id="R1c0af51beddc4f4d"/>
    <p:sldId xmlns:r="http://schemas.openxmlformats.org/officeDocument/2006/relationships" id="264" r:id="Rceafcdacf93b449e"/>
    <p:sldId xmlns:r="http://schemas.openxmlformats.org/officeDocument/2006/relationships" id="265" r:id="Rbb263c4cbe9946c5"/>
    <p:sldId xmlns:r="http://schemas.openxmlformats.org/officeDocument/2006/relationships" id="266" r:id="R228b9886a8ad4b20"/>
    <p:sldId xmlns:r="http://schemas.openxmlformats.org/officeDocument/2006/relationships" id="267" r:id="R3f4e0b7026844bbf"/>
    <p:sldId xmlns:r="http://schemas.openxmlformats.org/officeDocument/2006/relationships" id="268" r:id="Rf8297def89b5458d"/>
    <p:sldId xmlns:r="http://schemas.openxmlformats.org/officeDocument/2006/relationships" id="269" r:id="R7eba01028eca4c8e"/>
    <p:sldId xmlns:r="http://schemas.openxmlformats.org/officeDocument/2006/relationships" id="270" r:id="R964ab30bc67a43b8"/>
    <p:sldId xmlns:r="http://schemas.openxmlformats.org/officeDocument/2006/relationships" id="271" r:id="Rbea889a53c2247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ae9fd64c5c4eda" /><Relationship Type="http://schemas.openxmlformats.org/officeDocument/2006/relationships/slideMaster" Target="/ppt/slideMasters/slideMaster1.xml" Id="Rb461fef8709a4bdc" /><Relationship Type="http://schemas.openxmlformats.org/officeDocument/2006/relationships/notesMaster" Target="/ppt/notesMasters/notesMaster1.xml" Id="Rf77daa39056849cb" /><Relationship Type="http://schemas.openxmlformats.org/officeDocument/2006/relationships/presProps" Target="/ppt/presProps.xml" Id="R8b7b027913d5403b" /><Relationship Type="http://schemas.openxmlformats.org/officeDocument/2006/relationships/tableStyles" Target="/ppt/tableStyles.xml" Id="R46a735e702404833" /><Relationship Type="http://schemas.openxmlformats.org/officeDocument/2006/relationships/slide" Target="/ppt/slides/slide1.xml" Id="R5ffde0cdc3bf4c5d" /><Relationship Type="http://schemas.openxmlformats.org/officeDocument/2006/relationships/slide" Target="/ppt/slides/slide2.xml" Id="Rf68db977a24c40f1" /><Relationship Type="http://schemas.openxmlformats.org/officeDocument/2006/relationships/slide" Target="/ppt/slides/slide3.xml" Id="R2c251e2141d54509" /><Relationship Type="http://schemas.openxmlformats.org/officeDocument/2006/relationships/slide" Target="/ppt/slides/slide4.xml" Id="Rd630c7c9f7814d10" /><Relationship Type="http://schemas.openxmlformats.org/officeDocument/2006/relationships/slide" Target="/ppt/slides/slide5.xml" Id="R73f46b2e8a904f90" /><Relationship Type="http://schemas.openxmlformats.org/officeDocument/2006/relationships/slide" Target="/ppt/slides/slide6.xml" Id="Rf47350270663497f" /><Relationship Type="http://schemas.openxmlformats.org/officeDocument/2006/relationships/slide" Target="/ppt/slides/slide7.xml" Id="R5403604d48834b8c" /><Relationship Type="http://schemas.openxmlformats.org/officeDocument/2006/relationships/slide" Target="/ppt/slides/slide8.xml" Id="R1c0af51beddc4f4d" /><Relationship Type="http://schemas.openxmlformats.org/officeDocument/2006/relationships/slide" Target="/ppt/slides/slide9.xml" Id="Rceafcdacf93b449e" /><Relationship Type="http://schemas.openxmlformats.org/officeDocument/2006/relationships/slide" Target="/ppt/slides/slide10.xml" Id="Rbb263c4cbe9946c5" /><Relationship Type="http://schemas.openxmlformats.org/officeDocument/2006/relationships/slide" Target="/ppt/slides/slide11.xml" Id="R228b9886a8ad4b20" /><Relationship Type="http://schemas.openxmlformats.org/officeDocument/2006/relationships/slide" Target="/ppt/slides/slide12.xml" Id="R3f4e0b7026844bbf" /><Relationship Type="http://schemas.openxmlformats.org/officeDocument/2006/relationships/slide" Target="/ppt/slides/slide13.xml" Id="Rf8297def89b5458d" /><Relationship Type="http://schemas.openxmlformats.org/officeDocument/2006/relationships/slide" Target="/ppt/slides/slide14.xml" Id="R7eba01028eca4c8e" /><Relationship Type="http://schemas.openxmlformats.org/officeDocument/2006/relationships/slide" Target="/ppt/slides/slide15.xml" Id="R964ab30bc67a43b8" /><Relationship Type="http://schemas.openxmlformats.org/officeDocument/2006/relationships/slide" Target="/ppt/slides/slide16.xml" Id="Rbea889a53c2247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a8f944864145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69b7137c984588" /><Relationship Type="http://schemas.openxmlformats.org/officeDocument/2006/relationships/notesMaster" Target="/ppt/notesMasters/notesMaster1.xml" Id="R2af51f71bff64d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43b3e460034f0e" /><Relationship Type="http://schemas.openxmlformats.org/officeDocument/2006/relationships/notesMaster" Target="/ppt/notesMasters/notesMaster1.xml" Id="R344e2d73450e41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8b6527504f43ac" /><Relationship Type="http://schemas.openxmlformats.org/officeDocument/2006/relationships/notesMaster" Target="/ppt/notesMasters/notesMaster1.xml" Id="R1b95a75d514545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756222736d472d" /><Relationship Type="http://schemas.openxmlformats.org/officeDocument/2006/relationships/notesMaster" Target="/ppt/notesMasters/notesMaster1.xml" Id="Rdd9466607bde45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8dbd6e3c664ce8" /><Relationship Type="http://schemas.openxmlformats.org/officeDocument/2006/relationships/notesMaster" Target="/ppt/notesMasters/notesMaster1.xml" Id="R3ff3829d0abd41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7f56b5a9324f00" /><Relationship Type="http://schemas.openxmlformats.org/officeDocument/2006/relationships/notesMaster" Target="/ppt/notesMasters/notesMaster1.xml" Id="Rdc12a1bcca114c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2ac672c62342f5" /><Relationship Type="http://schemas.openxmlformats.org/officeDocument/2006/relationships/notesMaster" Target="/ppt/notesMasters/notesMaster1.xml" Id="R795c888a5c4a4a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19f095ffef49eb" /><Relationship Type="http://schemas.openxmlformats.org/officeDocument/2006/relationships/notesMaster" Target="/ppt/notesMasters/notesMaster1.xml" Id="Rfb454deac5bf4b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4c4ca42334174" /><Relationship Type="http://schemas.openxmlformats.org/officeDocument/2006/relationships/notesMaster" Target="/ppt/notesMasters/notesMaster1.xml" Id="R924f4de03c9646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b4eb56e9894f45" /><Relationship Type="http://schemas.openxmlformats.org/officeDocument/2006/relationships/notesMaster" Target="/ppt/notesMasters/notesMaster1.xml" Id="R3f5a1a77bb7944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97274390cb462b" /><Relationship Type="http://schemas.openxmlformats.org/officeDocument/2006/relationships/notesMaster" Target="/ppt/notesMasters/notesMaster1.xml" Id="R8104791171c143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35c2b5df134f86" /><Relationship Type="http://schemas.openxmlformats.org/officeDocument/2006/relationships/notesMaster" Target="/ppt/notesMasters/notesMaster1.xml" Id="R4ce9e1657f3642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2698291e8a481f" /><Relationship Type="http://schemas.openxmlformats.org/officeDocument/2006/relationships/notesMaster" Target="/ppt/notesMasters/notesMaster1.xml" Id="Ra9969070586049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2c8ad275e247bb" /><Relationship Type="http://schemas.openxmlformats.org/officeDocument/2006/relationships/notesMaster" Target="/ppt/notesMasters/notesMaster1.xml" Id="R3f0545d491b149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8fa99c84b64821" /><Relationship Type="http://schemas.openxmlformats.org/officeDocument/2006/relationships/notesMaster" Target="/ppt/notesMasters/notesMaster1.xml" Id="Rc22ff279a23f42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fd4f001ae847ec" /><Relationship Type="http://schemas.openxmlformats.org/officeDocument/2006/relationships/notesMaster" Target="/ppt/notesMasters/notesMaster1.xml" Id="R42174c19cb5e4c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Under the exact HoloDesktop 0.1.10 tool schema and three-screenshot retention window, the free hotel rollout succeeds after three scrolls and one click.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3:50–5:00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5:00–6:00 — Treat subtraction as the analysis choice, analogous to choosing a resting-state baseline in fMRI. Both panels use the same native 2880x1800 screenshot, official localization prompt, Holo free-generation output (209,243), x/y coordinate-token aggregation, and value-norm rollout. The left panel subtracts the mean map from generated tokens strictly before the x/y value span. It removes completion state already present before the action and leaves 6.75% of positive residual mass in the oracle, a 168.8x lift. The right panel subtracts the mean of four separately measured same-image instructions: Cut, Copy, Send backward, and Add comment. It leaves 18.58% in the tiny oracle, a 464.4x lift, with minimum leave-one-control-out cosine 0.991. The diverse ensemble removes generic image saliency and highlights what is specific to Fill color; the causal baseline asks what changed within this completion. Neither map is a causal feature explanation.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6:00–6:55 — This is the failure case under the same full-resolution official protocol and the same four-control baseline design. Holo freely emits (124,73), projecting to (357.1,131.4) pixels. The x coordinate is inside the annotated proofing-language control, while y falls 7.4 pixels below its bottom edge. After value-norm rollout and subtraction of four same-image controls—Check accessibility, Translate, Add comment, and Show comments—the peak patch is still inside the oracle. The tiny box receives 17.15% of positive residual mass, a 278.6x lift, and the leave-one-control-out floor is 0.951. This is consistent with a localized visual route but an imprecise action readout. It does not prove that attention caused the miss.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6:55–8:05 — This is a genuine free Holo rollout, not the teacher-forced hotel probe used later in the delta lens. The run uses our revised hotel system prompt and the exact HoloDesktop runtime 0.1.10 structured tool schema captured from the official runtime. Decoding uses temperature 0.8 with thinking enabled. The model receives native 1024x720 screenshots under the 16,777,216-pixel ceiling and the official three-screenshot retention window. It freely emits three scroll_desktop calls with direction down and scroll_size 10, then click_desktop at normalized (650,450). The click projects to pixel (665,324), inside the fixture-defined View details button for Lumen Harbor Rooms at 122, and the fixture records task success. The displayed maps are value-norm rollout for the generated y-coordinate tokens at steps 252 through 254. Their positive image mass is distributed 38.6%, 29.2%, and 32.2% across retained scroll offsets 500, 1000, and 1124. The two history frames therefore carry 67.8% of the final y-token image mass. This is descriptive evidence that earlier visual observations reach action decoding, not proof that attention caused the correct click. The earlier Juniper failure used a custom desktop_action schema, signed delta_y convention, and unbounded screenshot history, so it should not support a model-level action claim.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8:05–9:10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9:10–10:00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10:00–10:55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10:55–12:00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12:00–12:50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12:50–13:40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56b7d64a1f40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084ce0cc1c4608" /><Relationship Type="http://schemas.openxmlformats.org/officeDocument/2006/relationships/slideLayout" Target="/ppt/slideLayouts/slideLayout1.xml" Id="Rcd4577fc3cd44c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4577fc3cd44c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d72b89b6eb420b" /><Relationship Type="http://schemas.openxmlformats.org/officeDocument/2006/relationships/image" Target="/ppt/media/image.png" Id="R87264dcdbc80454c" /><Relationship Type="http://schemas.openxmlformats.org/officeDocument/2006/relationships/notesSlide" Target="/ppt/notesSlides/notesSlide1.xml" Id="R50c26f40f96f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95e747b42544c5" /><Relationship Type="http://schemas.openxmlformats.org/officeDocument/2006/relationships/notesSlide" Target="/ppt/notesSlides/notesSlide2.xml" Id="R5b07bdd3cc3f4c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69a5f1b46f47a7" /><Relationship Type="http://schemas.openxmlformats.org/officeDocument/2006/relationships/chart" Target="/ppt/slides/charts/chart1.xml" Id="R812e2ce709d443a0" /><Relationship Type="http://schemas.openxmlformats.org/officeDocument/2006/relationships/notesSlide" Target="/ppt/notesSlides/notesSlide3.xml" Id="R793436deab0743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60a02501bc4671" /><Relationship Type="http://schemas.openxmlformats.org/officeDocument/2006/relationships/chart" Target="/ppt/slides/charts/chart2.xml" Id="Rd3515144b92748fc" /><Relationship Type="http://schemas.openxmlformats.org/officeDocument/2006/relationships/notesSlide" Target="/ppt/notesSlides/notesSlide4.xml" Id="R200aa0a0023945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ffc9083ab94b63" /><Relationship Type="http://schemas.openxmlformats.org/officeDocument/2006/relationships/chart" Target="/ppt/slides/charts/chart3.xml" Id="Rcf231356c723449a" /><Relationship Type="http://schemas.openxmlformats.org/officeDocument/2006/relationships/notesSlide" Target="/ppt/notesSlides/notesSlide5.xml" Id="Rc6fa5b0716e147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020a24410f4088" /><Relationship Type="http://schemas.openxmlformats.org/officeDocument/2006/relationships/notesSlide" Target="/ppt/notesSlides/notesSlide6.xml" Id="R2737448a16614f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4ed3c86dbb426f" /><Relationship Type="http://schemas.openxmlformats.org/officeDocument/2006/relationships/image" Target="/ppt/media/image2.png" Id="R4c24f43ba526457c" /><Relationship Type="http://schemas.openxmlformats.org/officeDocument/2006/relationships/image" Target="/ppt/media/image3.png" Id="R364665474bc74ed1" /><Relationship Type="http://schemas.openxmlformats.org/officeDocument/2006/relationships/notesSlide" Target="/ppt/notesSlides/notesSlide7.xml" Id="Rb69b37e3aa904d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922a6a727f4d6a" /><Relationship Type="http://schemas.openxmlformats.org/officeDocument/2006/relationships/image" Target="/ppt/media/image4.png" Id="Ref4d8a0ccd784632" /><Relationship Type="http://schemas.openxmlformats.org/officeDocument/2006/relationships/notesSlide" Target="/ppt/notesSlides/notesSlide8.xml" Id="R6c9bb5c5217847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74371ea7c24a2a" /><Relationship Type="http://schemas.openxmlformats.org/officeDocument/2006/relationships/image" Target="/ppt/media/image5.png" Id="R651aa6ea67474228" /><Relationship Type="http://schemas.openxmlformats.org/officeDocument/2006/relationships/image" Target="/ppt/media/image6.png" Id="R3f1802f798334342" /><Relationship Type="http://schemas.openxmlformats.org/officeDocument/2006/relationships/image" Target="/ppt/media/image7.png" Id="Rf3eda18f6b604653" /><Relationship Type="http://schemas.openxmlformats.org/officeDocument/2006/relationships/notesSlide" Target="/ppt/notesSlides/notesSlide9.xml" Id="R833a0350056247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2cf1b51e1b4d83" /><Relationship Type="http://schemas.openxmlformats.org/officeDocument/2006/relationships/notesSlide" Target="/ppt/notesSlides/notesSlide10.xml" Id="R89fc76b4d3c148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7c7b8be7614103" /><Relationship Type="http://schemas.openxmlformats.org/officeDocument/2006/relationships/image" Target="/ppt/media/image8.png" Id="R4f92ec092c664f82" /><Relationship Type="http://schemas.openxmlformats.org/officeDocument/2006/relationships/image" Target="/ppt/media/image9.png" Id="R843d52f78a1240b0" /><Relationship Type="http://schemas.openxmlformats.org/officeDocument/2006/relationships/notesSlide" Target="/ppt/notesSlides/notesSlide11.xml" Id="R6f7f928fe0de4c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c94b6507674e19" /><Relationship Type="http://schemas.openxmlformats.org/officeDocument/2006/relationships/chart" Target="/ppt/slides/charts/chart4.xml" Id="Rf69a8b63b4954fad" /><Relationship Type="http://schemas.openxmlformats.org/officeDocument/2006/relationships/notesSlide" Target="/ppt/notesSlides/notesSlide12.xml" Id="R47d607c37c8642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b710018c0b44d0" /><Relationship Type="http://schemas.openxmlformats.org/officeDocument/2006/relationships/image" Target="/ppt/media/image10.png" Id="R7866375098d64a49" /><Relationship Type="http://schemas.openxmlformats.org/officeDocument/2006/relationships/image" Target="/ppt/media/image11.png" Id="R7db28ae38c6347a6" /><Relationship Type="http://schemas.openxmlformats.org/officeDocument/2006/relationships/image" Target="/ppt/media/image12.png" Id="R23c0f8b74cab452d" /><Relationship Type="http://schemas.openxmlformats.org/officeDocument/2006/relationships/chart" Target="/ppt/slides/charts/chart5.xml" Id="R9d8a1ce1d09947b2" /><Relationship Type="http://schemas.openxmlformats.org/officeDocument/2006/relationships/chart" Target="/ppt/slides/charts/chart6.xml" Id="R872203f5a8fe4673" /><Relationship Type="http://schemas.openxmlformats.org/officeDocument/2006/relationships/notesSlide" Target="/ppt/notesSlides/notesSlide13.xml" Id="Rb4524b49325846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e61bb638984cca" /><Relationship Type="http://schemas.openxmlformats.org/officeDocument/2006/relationships/notesSlide" Target="/ppt/notesSlides/notesSlide14.xml" Id="R2f86b55547dc47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13066e9b32d4193" /><Relationship Type="http://schemas.openxmlformats.org/officeDocument/2006/relationships/notesSlide" Target="/ppt/notesSlides/notesSlide15.xml" Id="Rb7d3bb76558843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6d6aab0c9f04194" /><Relationship Type="http://schemas.openxmlformats.org/officeDocument/2006/relationships/notesSlide" Target="/ppt/notesSlides/notesSlide16.xml" Id="Rf0d2e72523794d2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264dcdbc80454c"/>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EFB8E3-70FC-4BA7-95F2-4495703C7F11}"/>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1FF21E-7183-4E59-B7AD-D9B57D45CB2A}"/>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0C2A50-429F-4750-B5B0-9AADAE97DE87}"/>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BB1EC4-26D4-4F31-86F2-1D42FDDBB52F}"/>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19A44977-357A-43DB-A812-F0B74EFE0B5B}"/>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FD817D24-F854-454A-880D-B6B4F8B1996F}"/>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17FF38AF-D6DD-440B-9FE6-41F51A590A53}"/>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1792479825"/>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BCA59AC-C5D4-4D99-A8EA-F74EF377FB2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FA4350BB-2553-49F5-979C-FAFF202B47B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1227732A-0905-46F4-BE69-E6D89537F3D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4F342963-C39A-44D9-859A-6CDC4F027331}"/>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032F3D6-8DCE-4A8F-9241-D3A7FCBD705B}"/>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DD3B2C-CD15-4D46-9C58-C6F8F55A9E01}"/>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E8B8E4F1-5251-46E3-BE64-30290128FA96}"/>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3F8BC5D0-F565-4665-8186-0BF07A2D1BF9}"/>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76BD631F-166B-4D83-ACBD-89DC018B4F09}"/>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F4A8AFB1-9200-4B03-B4E3-09F427E796B9}"/>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9D32014D-DDD6-41BB-A1AF-4A34B0A8A9B3}"/>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39E8B109-72AF-42C9-95F4-EADF76A0EE28}"/>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37ADE371-780E-426E-824E-EDF2B2A84AE6}"/>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1C26474-2AD6-4850-AEF5-57C908F3691A}"/>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13AC2912-5545-4355-9F7E-20FF683090DA}"/>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D909671-FAEF-42DF-8A24-512D8FA78503}"/>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6A2E5A-85A5-43B2-B81B-8B212FC15BF1}"/>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95B614C3-BAA6-4BF3-8F94-E34559A107E8}"/>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9834CADB-2AF5-4AE2-A34C-AC847A9B9C47}"/>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20" name="">
            <a:extLst xmlns:a="http://schemas.openxmlformats.org/drawingml/2006/main">
              <a:ext uri="{FF2B5EF4-FFF2-40B4-BE49-F238E27FC236}">
                <a16:creationId xmlns:a16="http://schemas.microsoft.com/office/drawing/2014/main" id="{26B46D89-56BE-453D-AF62-B95CD0BEFCF7}"/>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557704D-0D33-4D5D-BCE7-AADFCA7885CF}"/>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342862E9-1D87-403F-840C-B4DDDBFEAE6E}"/>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D8CC01C7-175C-488D-85A5-C349B4668955}"/>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D1E8790B-33A6-4694-8C7A-9AB5CF706B80}"/>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5AB67BD-B321-4544-A7FF-4831B93FF924}"/>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348B0F74-5B0B-4FE0-97FE-7B1E892C3E87}"/>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9334E816-AAA4-420C-9C37-F60AB04BAEB2}"/>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09F5B5FD-6151-4F7B-98B9-6CAED9C8E457}"/>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ED458A5-79E0-4177-B964-714C8B61E9B4}"/>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4F3522C6-07B9-4D71-8203-3FC389827393}"/>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DF2461E2-426F-4A55-81B6-76AC390903A6}"/>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EDC2B8AF-B02B-49C8-8D02-48A89EEF160C}"/>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CEC425C-8675-43F8-A061-C9F915510D3D}"/>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8668B88B-7E84-47D9-A236-C9F77EB4D7D2}"/>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985C43FD-056B-469F-9878-F21556D8D096}"/>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6" name="">
            <a:extLst xmlns:a="http://schemas.openxmlformats.org/drawingml/2006/main">
              <a:ext uri="{FF2B5EF4-FFF2-40B4-BE49-F238E27FC236}">
                <a16:creationId xmlns:a16="http://schemas.microsoft.com/office/drawing/2014/main" id="{9C15D15B-D44F-45BC-B0A4-E7FA8D5594FD}"/>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8FE0BF"/>
                </a:solidFill>
                <a:latin typeface="Helvetica Neue"/>
                <a:ea typeface="Helvetica Neue"/>
                <a:cs typeface="Helvetica Neue"/>
              </a:defRPr>
            </a:pPr>
            <a:r>
              <a:rPr sz="1125" b="1">
                <a:solidFill>
                  <a:srgbClr val="8FE0BF"/>
                </a:solidFill>
                <a:latin typeface="Helvetica Neue"/>
                <a:ea typeface="Helvetica Neue"/>
                <a:cs typeface="Helvetica Neue"/>
              </a:rPr>
              <a:t>Selected: Lumen Harbor Rooms at £122</a:t>
            </a:r>
          </a:p>
        </p:txBody>
      </p:sp>
      <p:sp>
        <p:nvSpPr>
          <p:cNvPr id="37" name="">
            <a:extLst xmlns:a="http://schemas.openxmlformats.org/drawingml/2006/main">
              <a:ext uri="{FF2B5EF4-FFF2-40B4-BE49-F238E27FC236}">
                <a16:creationId xmlns:a16="http://schemas.microsoft.com/office/drawing/2014/main" id="{31EDDD29-6A9D-43FD-97B1-C248A24B712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89AB301-FACE-470C-906A-F2B63BD3ADD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414194262"/>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DEB3B42-1A11-4FC3-8F53-263EBBD3874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F8E33BF2-5F2A-4EEB-BA43-0C750828EB2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2AE46FDE-12BB-4489-A9FB-95EA841D372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D987D97-F664-4B5E-AEED-7E2C2655A743}"/>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B06BA5C6-F3CB-4158-8783-CD3C204EDBDA}"/>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7D7B01E0-0A39-4CBA-89CD-3E3075771644}"/>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5220FFDD-E74C-4F53-A39F-787C70778A4B}"/>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234DEE17-7032-4F09-9590-55C26CD016D8}"/>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19B3DEF3-9563-4F64-9E56-075985859D7C}"/>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5AA36068-C8E2-48CA-8647-EE9A12690391}"/>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A4F69B-4420-416E-9A55-65AF3AC883BF}"/>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812e2ce709d443a0"/>
          </a:graphicData>
        </a:graphic>
      </p:graphicFrame>
      <p:sp>
        <p:nvSpPr>
          <p:cNvPr id="13" name="">
            <a:extLst xmlns:a="http://schemas.openxmlformats.org/drawingml/2006/main">
              <a:ext uri="{FF2B5EF4-FFF2-40B4-BE49-F238E27FC236}">
                <a16:creationId xmlns:a16="http://schemas.microsoft.com/office/drawing/2014/main" id="{04D94FB3-4E61-4ECD-BD2E-14CA93FB8229}"/>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0AEDB11C-E125-4653-96DA-9E8C5EE2DC17}"/>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7B641EE4-B06B-42C1-8525-03A4B95AE583}"/>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92F692-DB9E-4AD7-B4DE-10A7A218CE1B}"/>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5A1B0D55-19F2-4B63-A334-5233A751A732}"/>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071A6755-BC38-4C89-99AA-5E20D994B812}"/>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6852929C-CB05-45FE-BFD5-81EAB6191364}"/>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7BBA25D4-F07D-47B3-B93C-A6159FEDD07E}"/>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7B83E691-190B-4963-AD8A-0ED29FA6AC56}"/>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86BF9B4E-EEF4-46F7-885D-7919A0AA8949}"/>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5CF9E44B-DA64-4B6C-A911-644383FCBE5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B737FC1-411D-495B-A974-4E78EB6BBFA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516715072"/>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C019503-03BD-4AAE-9E7E-C51BEA5CC0B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1D36D2D0-169F-479F-ACE8-F38A32A0B42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E16D3AAF-9592-430C-87A1-D4799955B8B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E238CB6-6568-43E6-B954-3AF1BC9E7FDE}"/>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504520C7-EC07-4E9E-BFBF-360291CD2A10}"/>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d3515144b92748fc"/>
          </a:graphicData>
        </a:graphic>
      </p:graphicFrame>
      <p:sp>
        <p:nvSpPr>
          <p:cNvPr id="7" name="">
            <a:extLst xmlns:a="http://schemas.openxmlformats.org/drawingml/2006/main">
              <a:ext uri="{FF2B5EF4-FFF2-40B4-BE49-F238E27FC236}">
                <a16:creationId xmlns:a16="http://schemas.microsoft.com/office/drawing/2014/main" id="{1561341E-B14A-41E9-9987-86652CF347AF}"/>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15210A-AEB1-4877-89CC-3A2E9F93F364}"/>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CE1FB916-2ECD-40BF-827D-6785F1344DA0}"/>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12EE2D27-AFBE-4568-AB54-0F086CC5DEC0}"/>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E3DE02A7-C782-40D8-AC8F-35CE4F2C883D}"/>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BB8437-EACD-490B-85BF-F5AA4CF4DD92}"/>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0132ACAE-84AA-46CB-A77F-F357FD2B1C69}"/>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D833A383-0EBF-4B17-A97E-DE3B32DEA56B}"/>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842E955D-066D-4ED0-9D8E-E1772D28C77E}"/>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FEEC75AC-F790-403E-BDF9-1CF4E3CE2B8F}"/>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906B20-FA0B-4C86-B023-730F227B2E07}"/>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62C00070-161F-4399-9DC4-2DA146B6EAE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49E5068-410A-44C5-ABEB-DFBEDEDBE26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862993482"/>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E9BB127-75C1-4286-9A1B-8EC43C83B30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46F34569-549D-4F8E-A582-D3D1A97789D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7C8CB984-8C7F-47B8-94B8-4D69415E90B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CAA1641C-6749-4A9C-B768-2F58488BC3D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55B942DE-74E3-477C-A4FC-5BCE8EE3FFED}"/>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cf231356c723449a"/>
          </a:graphicData>
        </a:graphic>
      </p:graphicFrame>
      <p:sp>
        <p:nvSpPr>
          <p:cNvPr id="7" name="">
            <a:extLst xmlns:a="http://schemas.openxmlformats.org/drawingml/2006/main">
              <a:ext uri="{FF2B5EF4-FFF2-40B4-BE49-F238E27FC236}">
                <a16:creationId xmlns:a16="http://schemas.microsoft.com/office/drawing/2014/main" id="{9D41C13A-9851-44C6-B3E2-C10FACDDA22F}"/>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470BF15-8812-4C98-9D19-CFD10597B22D}"/>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43890D85-87BE-4AC2-874D-32EEE30231DF}"/>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9386A467-1DE1-4884-B1ED-17581F4FF9BF}"/>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2FD31B07-1F80-4BC1-B6CB-26B7297D7A52}"/>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1003B2B1-4BAC-4EBC-B5DB-4C01F4F67C62}"/>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F9BD6B-A9B9-44D7-BCDB-ABC844ACF487}"/>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A180D729-3183-4CE6-B5C7-A6077F627B7A}"/>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A622DD45-D300-4106-BC6E-6A6C13059A2F}"/>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DC8A0833-B11F-4A98-B113-1C785BB00F25}"/>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59222C62-44A8-4EF6-8B2B-9F2F09F900B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75B5D3E-6B18-4F6C-9200-24D0E185D48E}"/>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4100D3C5-EC4F-49EA-922D-7C9C576F73D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489ABEA-5D0A-4E3B-8080-CFCD9084BE4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337100491"/>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CEC062D-4BA6-4CBD-A472-96EC3114FCD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81C7F269-8C2A-4621-A8A7-56A9F53CBA6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2ADF5137-1E96-47F3-A559-F16AAE4C181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DF498674-CDDF-473F-B0E1-0B02949D1B6F}"/>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2E4ECE4E-61B4-4DA5-93D7-F1445B56F9CB}"/>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67FB98C4-F620-429F-8FE3-918D692B8AD5}"/>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82BBF9-5C28-45F1-811E-1B8D168D8E26}"/>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56493B70-9B2C-4FEB-B832-D77BF2BFDA5F}"/>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127D6132-88DC-4BB2-A23D-8ED656FE2134}"/>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209532-F0B2-4795-B3C9-8EE2543E3E56}"/>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3F5FCEF7-58C9-470B-90F9-2DF2E2177ACF}"/>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A51A7C2E-EABB-4DFE-A74C-5895D8C4D8DF}"/>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13753F41-6D60-4F06-BED5-ABFCBCF52585}"/>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8861A7-E471-4EB4-90C1-8B8606DA5C2A}"/>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FA86511F-5F0F-4F60-808A-8B11699C8E7C}"/>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2303A169-1E7F-4675-8A8A-1EC436E3C155}"/>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8BD2D43-0300-4BF1-8710-0611231FA1AB}"/>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2D937C68-015E-41A0-9CC7-B940FA4AC078}"/>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4FA5317B-607D-4F05-953B-D4005B6A271C}"/>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70CE2BE3-FF7E-4700-9E68-C35BF9776A8B}"/>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AC1276C-A5DC-4E20-B719-7D7CFBC72F6D}"/>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B1975642-956D-4188-A46A-98F5600202CC}"/>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71D7663A-C7EB-4D6A-A507-DCD5965DC5FB}"/>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1D8316F-1DB4-453D-BEC8-DB718A588C96}"/>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42E253CB-DA1C-45E7-B4D8-8A9B4FF5F55E}"/>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5A5DFBF8-6AB2-45E5-A6C4-60BC6E148B8D}"/>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518E33C6-1D5A-407D-B0DB-9A9A1967D1F4}"/>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62136EA-F041-4125-BD47-7B9AC2291072}"/>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DBB0723B-7C52-4E51-B926-AAE733D9EFA7}"/>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D62E86EA-75FE-4778-AC75-B2A6E8BFAA62}"/>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C4D1DDC7-2C5D-43FF-82AA-E4920E53E247}"/>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2056E7A1-7425-49DC-98ED-B79C9FA05C01}"/>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384F1632-0A1C-4796-AFF3-99CC418847B4}"/>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FFFDB253-A48F-443E-887C-5A9F28DA3C37}"/>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76C008D8-9569-4C38-8A23-569D1E3A39E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83B23A6-1308-4FAC-BF38-AC25E3D3A99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2112370444"/>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22DED13-1D04-4B06-9D7B-B76FB985FFD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EDCEE053-937F-4963-A19F-BBEBB8000AF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51CA2B07-2990-4B39-B942-A335B920485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BA30071B-DED8-4737-9611-9CF4CCFA0C56}"/>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27F0B3E4-CFB4-48FA-9499-686C76345FC4}"/>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8E9030-1089-4929-8C86-57C52F851E6D}"/>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C37BE09C-4B58-412B-A156-5FA854181D32}"/>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CAUSAL PRIOR-TOKEN SUBTRACTION</a:t>
            </a:r>
          </a:p>
        </p:txBody>
      </p:sp>
      <p:sp>
        <p:nvSpPr>
          <p:cNvPr id="8" name="">
            <a:extLst xmlns:a="http://schemas.openxmlformats.org/drawingml/2006/main">
              <a:ext uri="{FF2B5EF4-FFF2-40B4-BE49-F238E27FC236}">
                <a16:creationId xmlns:a16="http://schemas.microsoft.com/office/drawing/2014/main" id="{54319143-B5B1-44F7-9456-FCF69F751BB7}"/>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c24f43ba526457c"/>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CF3510B6-CC51-4E59-B122-66D22D8FEA7C}"/>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64665474bc74ed1"/>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A6E9C865-02E7-4A4E-86F1-E38B4D06E199}"/>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EE90732D-325C-472A-BEEC-B15A0D468EFB}"/>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D0A0E67-ED51-418F-B39B-9168F643E2B1}"/>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169× target lift</a:t>
            </a:r>
          </a:p>
        </p:txBody>
      </p:sp>
      <p:sp>
        <p:nvSpPr>
          <p:cNvPr id="15" name="">
            <a:extLst xmlns:a="http://schemas.openxmlformats.org/drawingml/2006/main">
              <a:ext uri="{FF2B5EF4-FFF2-40B4-BE49-F238E27FC236}">
                <a16:creationId xmlns:a16="http://schemas.microsoft.com/office/drawing/2014/main" id="{A293ED9C-4313-4DB4-8BAA-8434481E2684}"/>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6.8% of positive residual mass</a:t>
            </a:r>
          </a:p>
        </p:txBody>
      </p:sp>
      <p:sp>
        <p:nvSpPr>
          <p:cNvPr id="16" name="">
            <a:extLst xmlns:a="http://schemas.openxmlformats.org/drawingml/2006/main">
              <a:ext uri="{FF2B5EF4-FFF2-40B4-BE49-F238E27FC236}">
                <a16:creationId xmlns:a16="http://schemas.microsoft.com/office/drawing/2014/main" id="{05088E93-01D7-40E2-B878-5B7149605432}"/>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71B5F4A-25A0-4F4E-A701-4B5CB8793CD1}"/>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D082D5AB-40F3-4BB9-A6BA-32C3AF6899E3}"/>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8D4CFEFE-FE0E-4823-BB1C-201B03B97AB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2265A4-D796-496C-8120-41EA11F6F4A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Value-norm rollout first · native 2880×1800 → 56×90 merged grid · only the baseline changes</a:t>
            </a:r>
          </a:p>
        </p:txBody>
      </p:sp>
    </p:spTree>
    <p:extLst>
      <p:ext uri="{BB962C8B-B14F-4D97-AF65-F5344CB8AC3E}">
        <p14:creationId xmlns:p14="http://schemas.microsoft.com/office/powerpoint/2010/main" val="1222652481"/>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8ABB2FD-9BD0-4E78-9F81-E3F31CCF795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A2E64A6A-548F-4777-B923-2F378A59777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2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Grounding signal reaches the target; pointer readout falls outside</a:t>
            </a:r>
          </a:p>
        </p:txBody>
      </p:sp>
      <p:sp>
        <p:nvSpPr>
          <p:cNvPr id="3" name="">
            <a:extLst xmlns:a="http://schemas.openxmlformats.org/drawingml/2006/main">
              <a:ext uri="{FF2B5EF4-FFF2-40B4-BE49-F238E27FC236}">
                <a16:creationId xmlns:a16="http://schemas.microsoft.com/office/drawing/2014/main" id="{3DB9945E-1ECC-4F08-8767-978E7230F4C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CDD29922-1247-485B-BCD2-BE8E7C4071A0}"/>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2F294A14-066D-4331-9550-7445FCCF83DE}"/>
              </a:ext>
            </a:extLst>
          </p:cNvPr>
          <p:cNvSpPr>
            <a:spLocks xmlns:a="http://schemas.openxmlformats.org/drawingml/2006/main" noGrp="1"/>
          </p:cNvSpPr>
          <p:nvPr/>
        </p:nvSpPr>
        <p:spPr>
          <a:xfrm xmlns:a="http://schemas.openxmlformats.org/drawingml/2006/main">
            <a:off x="8153400" y="1104900"/>
            <a:ext cx="34290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7938E9-7BCC-4E16-819C-8F120BE53AC9}"/>
              </a:ext>
            </a:extLst>
          </p:cNvPr>
          <p:cNvSpPr>
            <a:spLocks xmlns:a="http://schemas.openxmlformats.org/drawingml/2006/main" noGrp="1"/>
          </p:cNvSpPr>
          <p:nvPr/>
        </p:nvSpPr>
        <p:spPr>
          <a:xfrm xmlns:a="http://schemas.openxmlformats.org/drawingml/2006/main">
            <a:off x="8248650" y="11239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CONTROLS</a:t>
            </a:r>
          </a:p>
        </p:txBody>
      </p:sp>
      <p:sp>
        <p:nvSpPr>
          <p:cNvPr id="7" name="">
            <a:extLst xmlns:a="http://schemas.openxmlformats.org/drawingml/2006/main">
              <a:ext uri="{FF2B5EF4-FFF2-40B4-BE49-F238E27FC236}">
                <a16:creationId xmlns:a16="http://schemas.microsoft.com/office/drawing/2014/main" id="{282B06CC-1E51-4168-9A91-0B3D0E4702FC}"/>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BASELINE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f4d8a0ccd784632"/>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0F37C4AE-1039-4346-9FEE-182A2197335C}"/>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4F0EA6F8-2730-4E92-A9DA-B30920542513}"/>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06A58B-2D80-4B2E-8E70-47D022B9F579}"/>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DC5989-1177-4B88-A000-4865E98810DB}"/>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C5C9E1AE-D83A-4785-A17C-859C9F48B77F}"/>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1996FAE9-3621-46F5-81C8-316D2D307480}"/>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28641BD9-827D-4A05-94EA-E3C5FDF809B1}"/>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789C74-F23F-4C02-A998-6FD249198CC6}"/>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FDBA3414-6E2E-43EC-AC4C-38B3BA4201A7}"/>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E3B1ECAC-D933-48EB-9AC2-B6935C5D12DC}"/>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0428E80B-2F28-4681-BB0A-94513FAE616B}"/>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9CA6C36D-F41B-4BBB-A2BB-94B280127939}"/>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E7D73812-25C0-4D14-B219-DAC5DD32D611}"/>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12342959-A7AB-4B97-B102-749F1E52FD4B}"/>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D4D50E46-0F93-4189-A506-E768D00591CB}"/>
              </a:ext>
            </a:extLst>
          </p:cNvPr>
          <p:cNvSpPr>
            <a:spLocks xmlns:a="http://schemas.openxmlformats.org/drawingml/2006/main" noGrp="1"/>
          </p:cNvSpPr>
          <p:nvPr/>
        </p:nvSpPr>
        <p:spPr>
          <a:xfrm xmlns:a="http://schemas.openxmlformats.org/drawingml/2006/main">
            <a:off x="8724900" y="53530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The routing map and final action disagree at the benchmark boundary.</a:t>
            </a:r>
          </a:p>
        </p:txBody>
      </p:sp>
      <p:sp>
        <p:nvSpPr>
          <p:cNvPr id="24" name="">
            <a:extLst xmlns:a="http://schemas.openxmlformats.org/drawingml/2006/main">
              <a:ext uri="{FF2B5EF4-FFF2-40B4-BE49-F238E27FC236}">
                <a16:creationId xmlns:a16="http://schemas.microsoft.com/office/drawing/2014/main" id="{C88304DE-C37D-4AE1-89D9-F8768512E2F4}"/>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E8772F4C-1B45-4B8B-B38D-E34FD685E785}"/>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6" name="">
            <a:extLst xmlns:a="http://schemas.openxmlformats.org/drawingml/2006/main">
              <a:ext uri="{FF2B5EF4-FFF2-40B4-BE49-F238E27FC236}">
                <a16:creationId xmlns:a16="http://schemas.microsoft.com/office/drawing/2014/main" id="{A37596FB-1AD5-4F75-B967-594BD74EDE1F}"/>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7" name="">
            <a:extLst xmlns:a="http://schemas.openxmlformats.org/drawingml/2006/main">
              <a:ext uri="{FF2B5EF4-FFF2-40B4-BE49-F238E27FC236}">
                <a16:creationId xmlns:a16="http://schemas.microsoft.com/office/drawing/2014/main" id="{8C481C85-9B32-4AA8-9926-326267C4605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6278CAA-383A-47B5-89DE-1C7A84C5E9E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888203402"/>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6575D5EE-E2F8-40D6-B0E9-826F5B6D11C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FB202CF7-9AC1-4E08-8CDA-6BFDB363843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58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Four free actions recover the cheapest hotel and click its button</a:t>
            </a:r>
          </a:p>
        </p:txBody>
      </p:sp>
      <p:sp>
        <p:nvSpPr>
          <p:cNvPr id="3" name="">
            <a:extLst xmlns:a="http://schemas.openxmlformats.org/drawingml/2006/main">
              <a:ext uri="{FF2B5EF4-FFF2-40B4-BE49-F238E27FC236}">
                <a16:creationId xmlns:a16="http://schemas.microsoft.com/office/drawing/2014/main" id="{E89DF1D8-C376-43FE-99AB-CD0710AEAF4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B2ADB633-C6C9-40F0-B07A-EBC0EE845ADD}"/>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3387169A-49F0-4039-A585-4D06E7DB86A0}"/>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650C85-C6F9-4F9A-ADEC-722BC8C6BCFC}"/>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872BBF33-390E-4ADC-BE8C-EBF705CD30AF}"/>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651aa6ea67474228"/>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9A26681-AAC0-4C56-8C01-DA13B456062D}"/>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FEB56AF3-2BAF-49BA-B845-ABF5F0289BEA}"/>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3f1802f798334342"/>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6A1975C-8986-4277-92E8-335530D89F2D}"/>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8FE93D30-C73D-49B5-A731-4B029D789137}"/>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5A21EACD-FF98-4560-9C8A-BC3CBB9DF091}"/>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f3eda18f6b604653"/>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A5F424A-540E-4EA6-A87D-3D6B6210921E}"/>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D0B05118-6F01-40C0-A6B7-8BA51F083C12}"/>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2A432144-4F95-4C29-A449-654BDE25DDA1}"/>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23CBB1D0-96A2-4A11-BFB9-D0E4D615D075}"/>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1630CAEE-0241-45FA-8450-B01CB72A1169}"/>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B3ED23F-58BB-4823-8449-5703B405FFB7}"/>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AFD931-4376-4BE1-B5C2-5A3769926709}"/>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6DD4D3C-A3CB-49DF-84FC-1A788EB39CBD}"/>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BD46769-A1DA-424D-93EC-47E46C68189E}"/>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EA6905F-74EF-43B2-947A-8E995E9EEE3F}"/>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4A7CC99-A9A3-47FB-9F26-A42FDA8EDF49}"/>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411E0C16-D666-4E84-B147-AB127BE286D7}"/>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F088F583-9EFC-4A6F-9326-2323CB84ADC5}"/>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903846F5-5B5B-4051-B64C-258C887E1888}"/>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22B0F1FD-8D33-4986-83DD-7D5EB52DC93B}"/>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8CF478C2-55D7-495E-AACF-B7C7E7A6169F}"/>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8D643253-9503-4C33-A43B-F0E14E325D4A}"/>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17954530-7E0A-41A1-B075-2B11841357EC}"/>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370F087-CA52-45BD-A3E3-7760A1DD597D}"/>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93EC49AD-410B-415B-A285-A8BF9357E2AB}"/>
              </a:ext>
            </a:extLst>
          </p:cNvPr>
          <p:cNvSpPr>
            <a:spLocks xmlns:a="http://schemas.openxmlformats.org/drawingml/2006/main" noGrp="1"/>
          </p:cNvSpPr>
          <p:nvPr/>
        </p:nvSpPr>
        <p:spPr>
          <a:xfrm xmlns:a="http://schemas.openxmlformats.org/drawingml/2006/main">
            <a:off x="8477250" y="4200525"/>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F0</a:t>
            </a:r>
          </a:p>
        </p:txBody>
      </p:sp>
      <p:sp>
        <p:nvSpPr>
          <p:cNvPr id="36" name="">
            <a:extLst xmlns:a="http://schemas.openxmlformats.org/drawingml/2006/main">
              <a:ext uri="{FF2B5EF4-FFF2-40B4-BE49-F238E27FC236}">
                <a16:creationId xmlns:a16="http://schemas.microsoft.com/office/drawing/2014/main" id="{8A5E32E4-C148-4EAF-B2FC-9C5867B9B618}"/>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6B3AA14-BB4D-4867-9AF6-A3839782D136}"/>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C5AFD45-0EB5-44BC-987A-60E2BDBFB1B2}"/>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B237F778-66ED-4EE7-B0A2-326BF2FA4BE3}"/>
              </a:ext>
            </a:extLst>
          </p:cNvPr>
          <p:cNvSpPr>
            <a:spLocks xmlns:a="http://schemas.openxmlformats.org/drawingml/2006/main" noGrp="1"/>
          </p:cNvSpPr>
          <p:nvPr/>
        </p:nvSpPr>
        <p:spPr>
          <a:xfrm xmlns:a="http://schemas.openxmlformats.org/drawingml/2006/main">
            <a:off x="8477250" y="45339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F1</a:t>
            </a:r>
          </a:p>
        </p:txBody>
      </p:sp>
      <p:sp>
        <p:nvSpPr>
          <p:cNvPr id="40" name="">
            <a:extLst xmlns:a="http://schemas.openxmlformats.org/drawingml/2006/main">
              <a:ext uri="{FF2B5EF4-FFF2-40B4-BE49-F238E27FC236}">
                <a16:creationId xmlns:a16="http://schemas.microsoft.com/office/drawing/2014/main" id="{676C0B4C-12BE-4B37-AD81-7C18AD045415}"/>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672C1BE-CDF4-4903-A035-33B99CDC0EB0}"/>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B28EB76-B029-4ED8-8562-B6C0018456BD}"/>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0A956CD5-E86E-4CE7-9071-48C029E52E90}"/>
              </a:ext>
            </a:extLst>
          </p:cNvPr>
          <p:cNvSpPr>
            <a:spLocks xmlns:a="http://schemas.openxmlformats.org/drawingml/2006/main" noGrp="1"/>
          </p:cNvSpPr>
          <p:nvPr/>
        </p:nvSpPr>
        <p:spPr>
          <a:xfrm xmlns:a="http://schemas.openxmlformats.org/drawingml/2006/main">
            <a:off x="8477250" y="4867275"/>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F2</a:t>
            </a:r>
          </a:p>
        </p:txBody>
      </p:sp>
      <p:sp>
        <p:nvSpPr>
          <p:cNvPr id="44" name="">
            <a:extLst xmlns:a="http://schemas.openxmlformats.org/drawingml/2006/main">
              <a:ext uri="{FF2B5EF4-FFF2-40B4-BE49-F238E27FC236}">
                <a16:creationId xmlns:a16="http://schemas.microsoft.com/office/drawing/2014/main" id="{82C705D7-9412-4325-96CF-92E416E4CDEB}"/>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3872018-E4D4-428A-A8BC-F0F6D20CDE48}"/>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16E8C17-2A49-4B2E-AFA1-43D0E5D86C36}"/>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36A4323B-1E82-4A72-A0F9-730150967B13}"/>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67.8% of final y-token image mass remains on the two history frames.</a:t>
            </a:r>
          </a:p>
        </p:txBody>
      </p:sp>
      <p:sp>
        <p:nvSpPr>
          <p:cNvPr id="48" name="">
            <a:extLst xmlns:a="http://schemas.openxmlformats.org/drawingml/2006/main">
              <a:ext uri="{FF2B5EF4-FFF2-40B4-BE49-F238E27FC236}">
                <a16:creationId xmlns:a16="http://schemas.microsoft.com/office/drawing/2014/main" id="{94F38D2C-0680-40F0-BD85-D2B1733D4C89}"/>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0AA5832-121F-4EE5-AC88-8DF92AB4AAEF}"/>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60F38EF4-8770-4516-B132-BEFA27FBD85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A3190A33-4534-4EDC-8087-581E7E12099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1630564529"/>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8CF3797C-E4C5-4100-9889-68C4D60DA78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35A9075E-D482-48E5-BFA6-B3F95E75030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50EB9DF4-CB9D-430D-A1EC-B485670EA47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B0B96718-A238-4CA8-B775-1AC94F67F78A}"/>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AD5693E0-EF7F-412D-8622-CD609330CC31}"/>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07C76644-52A0-4E2E-9E33-50C8A1487DB7}"/>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1D19C869-2B9F-4E28-97F9-8C72A7F61454}"/>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E1F3AC-CC7F-4241-8570-DA7753D8687E}"/>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E26CD1-B52F-4D74-95E2-41179F99D3F4}"/>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E8A425AE-A4B3-4AF0-852C-4297DA53D840}"/>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0E4A1EFF-4CF6-4309-97BE-55611A72BB87}"/>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86EEC6-4F50-4465-8D96-22A0A22A1EE6}"/>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3C59AE-62F7-4F4F-9C41-F8758EFFA116}"/>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3CE4BB3F-F415-49B0-A507-250B9758480D}"/>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D99FB068-C31A-436C-9C34-2780E968B2BD}"/>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7FE13BF-320F-47E8-B81C-D9D69D87B31D}"/>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D951414-E96C-4FEE-B923-2BDA8B335E9F}"/>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9CA2646E-F07F-4C1B-9130-E9CE061FA23D}"/>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A141D03E-AF69-489B-B269-930076D1DD3A}"/>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41FBD43-606E-4808-8B5C-B9D5F5187504}"/>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15F368D-C89B-4F7F-A267-AFB06F8525D6}"/>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DC5F4CFC-12C6-4987-83A1-2B33E854AA58}"/>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8BB3B626-D423-46DF-A565-AC80ED52982F}"/>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A368246-A4C6-4FBB-82BA-48F546DA4331}"/>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82CA74F-BEAB-447B-B072-5F9CB51659B6}"/>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72A45C4A-B832-46EA-8A5C-75322FAC5AE3}"/>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61304898-C28D-47FC-A66B-96BD11AFEA01}"/>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5663AA7-192F-4B09-B2C7-D8AC422717D1}"/>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42132D5-7300-4C59-884B-0293E1C9939C}"/>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E385DFC6-2B3F-4947-A048-76BADE0A9BF4}"/>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FBD328C8-D564-4EFD-9AF1-A5C716209A6B}"/>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FA942AE-3107-4B24-811F-15465C7587AE}"/>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47EF858-9DBB-44B9-BD9F-2DC1ED4E6D85}"/>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E4D5D6B2-3618-45C1-88B4-D79A8036A41B}"/>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28E65AE5-35C6-407B-AD1D-33AC744CE323}"/>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609753E-E347-4317-A089-74BD9191B9C0}"/>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2D1BB00-22B5-4858-9867-C3EB4654488A}"/>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2BFDD09C-8060-44E4-AFE8-5C56E92AC0AA}"/>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F174DB7-38A7-4204-8F89-C2FF271B0240}"/>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B4948CC3-F0FA-4E74-9691-7624CF541E1C}"/>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86B3F731-6440-4A28-9EEA-F4C3D2D2713C}"/>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48ACE9AD-E072-4B07-AE95-13E837CB4E3A}"/>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7E1ECEC5-11FB-4363-BCCC-BFFBECBE6494}"/>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5658712-05F0-4B3F-B6E6-C38E30D307BF}"/>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3A35BA92-F7BC-4A17-8958-936C2899FF37}"/>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3854A0A8-E067-4CE8-9D94-CF57C573CB64}"/>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193DA86E-A6DD-40E8-9077-66AA4806E02A}"/>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9260D9DF-6744-4AF1-AD02-9EAA6DB41AE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49A79F13-59C3-4568-8D7D-15113D935C2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1742912235"/>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67EF49E-43D2-4328-8C7C-730FC4F68ED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956B9467-F0F7-4326-B97F-D2C805E0D65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8DFBE1F6-4998-4340-8814-1C3454E164A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B3C6D5C8-77BB-48AD-9311-7A75A715C7B6}"/>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f92ec092c664f82"/>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8BC1F94E-8C32-436A-8A26-A513D2B15BB4}"/>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43d52f78a1240b0"/>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8DF79E13-2945-42AA-879B-B66DFE2D27DD}"/>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664F9CA8-DF24-4661-B205-515F0293DA93}"/>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B10574-18DA-4993-8BD8-A0960C58DEB2}"/>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D12B13E9-5E7E-488C-984C-EF0B7FC1DD25}"/>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FB12221-282C-4574-88AF-EBF6FF45DC2C}"/>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6A4485E3-46C8-42E0-B02C-62B27CADE6CA}"/>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8194EE35-569E-4E57-9642-A9DB388E6EBB}"/>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081541A3-AB22-46F1-8DFB-E6BDF41B0616}"/>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825937-1CCF-4CB5-9178-CB51AE81406C}"/>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EC9F1BC1-0185-48DA-8560-5511E0933930}"/>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7858AE6B-231F-4864-912F-A819FA2A1519}"/>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B345AE93-D998-43E6-8D19-A54227693B6B}"/>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ECAA2E67-7438-4615-BE1A-2E74FD077163}"/>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0CEB7505-2EE4-407D-BA90-C797122734D6}"/>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C6988B1-28C9-490A-8274-B8675431023A}"/>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CDCC638D-D186-42B3-B3EB-52BACE8A1E09}"/>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130C6BF0-475D-41D9-904F-F070E2B158A3}"/>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1AD30D5C-5E2E-488E-BB1B-2A7374C3381F}"/>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44278F6A-AEF3-43BE-94D0-1A08583F9EDE}"/>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7F7E2C4-15F9-4E1B-9986-C98C9C7822F0}"/>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88DB85F1-C797-4AE6-A5EE-9CE69DDE88DC}"/>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FE3FAABC-8B16-46F3-9148-121746825ED2}"/>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99557D8A-43DF-4A96-8EFD-8DB08EEA390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96DC0D1-94DA-476D-B314-130161129EF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1292978582"/>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cxnSp>
        <p:nvCxnSpPr>
          <p:cNvPr id="2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29"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sp>
        <p:nvSpPr>
          <p:cNvPr id="30" name="">
            <a:extLst xmlns:a="http://schemas.openxmlformats.org/drawingml/2006/main">
              <a:ext uri="{FF2B5EF4-FFF2-40B4-BE49-F238E27FC236}">
                <a16:creationId xmlns:a16="http://schemas.microsoft.com/office/drawing/2014/main" id="{802A6278-DAC6-4A5C-B3CD-A751DD1CA17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F3F100AF-AA1F-422F-BFC6-DFA55779E87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A0571CF8-FE1D-4CFA-A739-3C44948DD90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A59C6292-47BE-44DD-8DE6-DA30272EFBE3}"/>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CE9FA33D-DAFE-4DAD-A652-A17160DD59B5}"/>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3FD5BBC7-1BB1-48D1-ACD3-A7E19376C073}"/>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4D58C090-3349-45B2-ABB4-395E46C8495A}"/>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C94D1013-2A2F-4044-BBDC-22F5F228D061}"/>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14C1680A-7E79-4699-B3D7-410D46D4BC30}"/>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f69a8b63b4954fad"/>
          </a:graphicData>
        </a:graphic>
      </p:graphicFrame>
      <p:sp>
        <p:nvSpPr>
          <p:cNvPr id="13" name="">
            <a:extLst xmlns:a="http://schemas.openxmlformats.org/drawingml/2006/main">
              <a:ext uri="{FF2B5EF4-FFF2-40B4-BE49-F238E27FC236}">
                <a16:creationId xmlns:a16="http://schemas.microsoft.com/office/drawing/2014/main" id="{DC640E99-73F1-4AF1-8F72-9E3F8CBCD38A}"/>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EF524549-23EB-4F85-85ED-996E827A4041}"/>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BB7FBC-E622-475B-B7FA-CD60F5F1EC24}"/>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A8594EC-B653-431B-9922-B07AE47D0CAD}"/>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92681132-A2CC-4AB4-87DF-32E4DB942264}"/>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62CFF0E2-74CB-4C9C-8FBA-C6D584DD61B1}"/>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3E876CC9-295A-4948-BCDB-C726EE08A5AD}"/>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F2BEF3BA-FE4E-4867-8F95-26A8D3821477}"/>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1AB7E315-0094-4F6C-ACE1-0D232BE77373}"/>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1A092DA-5C8C-4F5A-A34D-EB0138A48FD8}"/>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4D4DE06-8246-4221-8763-77D500B36DB0}"/>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40D87DE1-F061-407F-B31A-15C46215CD71}"/>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4F288090-91F2-44EB-8785-1E38EC4E26C7}"/>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EDA2721A-E323-4F45-853B-DCFC4EB28EE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DF2550E-4957-4A43-BB87-FF0013D18FA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1606892521"/>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3DDB483-46EC-4FBC-B8B0-C20546C56DD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6B3E933C-E245-4426-91C7-9FC3CBA76F6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D96A8509-433C-4555-9057-F275F9DD6BF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1CEEB75B-DEA5-45C8-A11A-E0B6129936E5}"/>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866375098d64a49"/>
          <a:srcRect xmlns:a="http://schemas.openxmlformats.org/drawingml/2006/main" l="0" t="4000" r="29000" b="38000"/>
          <a:stretch xmlns:a="http://schemas.openxmlformats.org/drawingml/2006/main"/>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38E01486-0CF7-4B1B-88F3-A5A123E5E948}"/>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db28ae38c6347a6"/>
          <a:srcRect xmlns:a="http://schemas.openxmlformats.org/drawingml/2006/main" l="0" t="4000" r="29000" b="38000"/>
          <a:stretch xmlns:a="http://schemas.openxmlformats.org/drawingml/2006/main"/>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CCB2A40B-C86D-4BB3-9121-1B36ACBE2D96}"/>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3c0f8b74cab452d"/>
          <a:srcRect xmlns:a="http://schemas.openxmlformats.org/drawingml/2006/main" l="0" t="4000" r="29000" b="38000"/>
          <a:stretch xmlns:a="http://schemas.openxmlformats.org/drawingml/2006/main"/>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CF6ADD50-AF22-4023-9061-3FE9A1464EE3}"/>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50ABB9BB-FEAD-4D9E-936C-1EA8AC28BF96}"/>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CED0572-61C2-405E-A67B-D622EDE19480}"/>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0432A364-F8B5-4D4F-B2A2-80B50C9A7B6E}"/>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00C92C3-2CBA-494F-A858-734507E99091}"/>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54BB9ECF-82B8-40CF-97A4-16A46DF8B76A}"/>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FDD48D4-8B5E-4952-B209-0AA5E389ECED}"/>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90026BC3-0586-4EE5-AA05-B0A92E866BBF}"/>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9d8a1ce1d09947b2"/>
          </a:graphicData>
        </a:graphic>
      </p:graphicFrame>
      <p:sp>
        <p:nvSpPr>
          <p:cNvPr id="19" name="">
            <a:extLst xmlns:a="http://schemas.openxmlformats.org/drawingml/2006/main">
              <a:ext uri="{FF2B5EF4-FFF2-40B4-BE49-F238E27FC236}">
                <a16:creationId xmlns:a16="http://schemas.microsoft.com/office/drawing/2014/main" id="{47941AD2-BEBB-4F8C-907D-A1B2332877CD}"/>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872203f5a8fe4673"/>
          </a:graphicData>
        </a:graphic>
      </p:graphicFrame>
      <p:sp>
        <p:nvSpPr>
          <p:cNvPr id="21" name="">
            <a:extLst xmlns:a="http://schemas.openxmlformats.org/drawingml/2006/main">
              <a:ext uri="{FF2B5EF4-FFF2-40B4-BE49-F238E27FC236}">
                <a16:creationId xmlns:a16="http://schemas.microsoft.com/office/drawing/2014/main" id="{31FD44FC-15F7-4B66-80AD-6DCEAA21286F}"/>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8B94328-364D-460C-82E6-AC71B33FF67A}"/>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CC70BC92-5BCA-4466-9AF1-8E2A5658F484}"/>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8F81D31E-0BA2-475A-91AE-F94C2C3D706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D1E99CC-4087-40F4-9E40-3F51B739932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700809589"/>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25D25DB-09A9-4AEA-9CA5-439ACEC8BB1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D1ED3911-19A0-43F7-AA43-36979F73F54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0C89AC1D-1EC8-493C-B5F5-BE72D2161B5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1697DA51-3C35-4706-914F-E0AADCD908C6}"/>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9E710CE9-82AE-4FD8-94BA-C72537E5E8CD}"/>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BF25A6-F6D0-4265-9F7B-E84F6EDCDF63}"/>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43F7A752-050C-4851-BAC6-F5F94F96A01C}"/>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E1F873-9F7E-4CC7-99C4-5F2A81EA09B4}"/>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779CF638-5348-411B-A296-4A5F532E530A}"/>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D113752E-8C5C-4002-934C-7D3DA359CB3C}"/>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3D5D05F5-5D65-4972-A31E-635632DC2E16}"/>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7A74E5-8D6F-4592-9712-4EA170237071}"/>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519871E2-F32D-4A76-8D1F-A6DBF644567E}"/>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56EC51B-769E-4066-8784-B933ECBD9986}"/>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4E392606-9093-422F-901C-5271EF1F8937}"/>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3E3F6289-84B0-4FEE-83A4-5286D6CFFA53}"/>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3DF628C2-3A5F-4EE0-9BEC-0661D547D33D}"/>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01FABDE-29B7-480D-A65B-17BFA737B7EA}"/>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64A138DE-15E7-488C-B294-B749E97472B8}"/>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9D39FF9-4244-4DBF-BA43-4F2C24132C9E}"/>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7AF3CCF5-7955-4682-9CF6-69B1B731BCA7}"/>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96441C54-A6B4-4CD9-B19E-BBC6AE64D3C9}"/>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906C7B91-0337-4911-A4C9-A6A9E6CBE39A}"/>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C3C80D7-48E1-4587-937E-D78FE7213CA7}"/>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46880FEF-B4DF-4215-8A7C-06CD9E4ECC73}"/>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AA9E4DB-B897-4941-B382-71DB0BF6308E}"/>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ED22EE1D-7EEA-481F-A233-D1FC80CE9B47}"/>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2E240C6E-3673-47BF-8C57-B680F05A8869}"/>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4C1124D-DF99-4054-9A04-F3E09AD8A3AD}"/>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EB2B8155-BCEB-4998-ADCF-3FC3AFF7810F}"/>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7132A575-1030-4810-BE1F-16CC4C756BBE}"/>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EDB8260A-9D93-4B4D-83B6-08B79ED8F82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1EA11AD-45F0-4EDD-98AB-9A6F0061BEB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55874538"/>
      </p:ext>
    </p:extLst>
  </p:cSld>
</p:sld>
</file>

<file path=ppt/slides/slide15.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8C5CE33-D307-4F81-A6C9-F0A26F21868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1F53D75F-21A7-4C5D-A842-300473DC828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DFDAB09C-B483-4749-8CFF-27ECAE6B0E4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44806A36-FF34-4FC7-9346-A0B6D11EEC39}"/>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BF52CD-E6CE-4AB2-82C2-3774A94E3070}"/>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90E9B412-ACAF-4743-B90F-D22448527D40}"/>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C611C654-9385-40E6-A555-C0CC46F1A2BB}"/>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BDF6E053-890D-4928-BE08-4199B52C64B7}"/>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B297CF-77B8-4864-B98E-1CC5241FD3B7}"/>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B0F69538-363C-4652-AC30-13D593362825}"/>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C71D9FD0-A5A1-4457-A6F5-F7A11476C930}"/>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7C4FEAA2-DFD5-41A6-933D-11AEE72D7CFA}"/>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922C8E-D3AE-4207-867F-81AA4E5D7D59}"/>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FC59AF6-B406-4C49-81E2-CD0488E4A033}"/>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040A3986-0DAF-4A9E-98F9-31643874F2D2}"/>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5EC29BFD-67F3-42B8-844A-C4FC7E0DF1B6}"/>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EC5B62-FA12-429A-B290-57F7C819E9B9}"/>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111C9F62-0806-40AD-B736-C5E2F81CAD19}"/>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D8EDB8E-C6E9-479D-879E-451927CF5825}"/>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0E580D38-F51D-4945-BEE8-4B3832796318}"/>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64365034-44CD-4CEE-A190-0DA0E7CFD744}"/>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1D4ADAFF-AFC5-4E60-AF10-AFA91641A517}"/>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E4525AE-B713-4331-9D75-351376D7CBB7}"/>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27ECDBB3-63C9-4EB3-9C21-A3CF0B35EFA6}"/>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F16E41EF-D9AC-48DF-B669-4E97DAEBB432}"/>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7441AB71-A3B8-4907-A616-78BE12516971}"/>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B0F8479-CF20-49D6-8588-07C7835B1A6D}"/>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A00C9814-DDDE-4A35-A753-4DE6BCA1D1AC}"/>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7A8B623D-C8F6-497C-83CE-C439BE22D500}"/>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C23CCED7-B77D-4712-81ED-2C74E4949BD3}"/>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F6285A6-EB94-4676-8559-746D1B60365E}"/>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3491486A-EA93-4CB2-9F3E-32ED3B459851}"/>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357ACCE9-48CF-4FC2-8A90-6EDA5E46D1DF}"/>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B7A2AFC5-D02A-43CC-9E1A-E24BD0B164D8}"/>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2DC77DA-BA66-40A1-ABB4-34BCF8A3730D}"/>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35CC6C8D-FF62-4777-8260-C8DE282228D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8862DD8-026B-4807-9698-82AA453FF52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1620961427"/>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9C0253-01BD-44B8-B8A3-578978DDED4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07911610-AC2E-4CF0-9F61-ACF82F4DC1B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C97413C4-CB71-48A7-87AF-144618FE3DD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FF064F34-50A0-40F2-AEAA-E48EF199D87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8807B1CA-F5F0-4DDB-81BC-2EC319B2AA4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2E0E42-D49C-4C52-93A9-6C713224041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483579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2026-09-22T07:08:46.9320000Z</dcterms:created>
  <dcterms:modified xsi:type="dcterms:W3CDTF">2026-09-22T07:08:46.9320000Z</dcterms:modified>
</coreProperties>
</file>