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56178c3bdb43c8" /><Relationship Type="http://schemas.openxmlformats.org/officeDocument/2006/relationships/extended-properties" Target="/docProps/app.xml" Id="R48c953a2c0564d7d" /><Relationship Type="http://schemas.openxmlformats.org/officeDocument/2006/relationships/officeDocument" Target="/ppt/presentation.xml" Id="R03516c64219a4778" /></Relationships>
</file>

<file path=ppt/presentation.xml><?xml version="1.0" encoding="utf-8"?>
<p:presentation xmlns:p="http://schemas.openxmlformats.org/presentationml/2006/main">
  <p:sldMasterIdLst>
    <p:sldMasterId xmlns:r="http://schemas.openxmlformats.org/officeDocument/2006/relationships" id="2147483648" r:id="Rfc99de9153ca49c9"/>
  </p:sldMasterIdLst>
  <p:notesMasterIdLst>
    <p:notesMasterId xmlns:r="http://schemas.openxmlformats.org/officeDocument/2006/relationships" r:id="R4a584802a68b4238"/>
  </p:notesMasterIdLst>
  <p:sldIdLst>
    <p:sldId xmlns:r="http://schemas.openxmlformats.org/officeDocument/2006/relationships" id="256" r:id="Rab971d4b430b4006"/>
    <p:sldId xmlns:r="http://schemas.openxmlformats.org/officeDocument/2006/relationships" id="257" r:id="R4bffb2277ed04525"/>
    <p:sldId xmlns:r="http://schemas.openxmlformats.org/officeDocument/2006/relationships" id="258" r:id="R0848bbf92604455c"/>
    <p:sldId xmlns:r="http://schemas.openxmlformats.org/officeDocument/2006/relationships" id="259" r:id="Ree8af95b7d9a42fc"/>
    <p:sldId xmlns:r="http://schemas.openxmlformats.org/officeDocument/2006/relationships" id="260" r:id="R5e80d279952d42a1"/>
    <p:sldId xmlns:r="http://schemas.openxmlformats.org/officeDocument/2006/relationships" id="261" r:id="R4033510af98540c2"/>
    <p:sldId xmlns:r="http://schemas.openxmlformats.org/officeDocument/2006/relationships" id="262" r:id="R15ea3962ba104d32"/>
    <p:sldId xmlns:r="http://schemas.openxmlformats.org/officeDocument/2006/relationships" id="263" r:id="R4cd0f983e0a74691"/>
    <p:sldId xmlns:r="http://schemas.openxmlformats.org/officeDocument/2006/relationships" id="264" r:id="R328180680d924258"/>
    <p:sldId xmlns:r="http://schemas.openxmlformats.org/officeDocument/2006/relationships" id="265" r:id="R8775c708bb7f4f6a"/>
    <p:sldId xmlns:r="http://schemas.openxmlformats.org/officeDocument/2006/relationships" id="266" r:id="Rc2a1a32d5c1c4553"/>
    <p:sldId xmlns:r="http://schemas.openxmlformats.org/officeDocument/2006/relationships" id="267" r:id="R6d996888e122469a"/>
    <p:sldId xmlns:r="http://schemas.openxmlformats.org/officeDocument/2006/relationships" id="268" r:id="R40428a2ecbf94ee4"/>
    <p:sldId xmlns:r="http://schemas.openxmlformats.org/officeDocument/2006/relationships" id="269" r:id="R6638ce9d7cea4fab"/>
    <p:sldId xmlns:r="http://schemas.openxmlformats.org/officeDocument/2006/relationships" id="270" r:id="R8e8b0d062f154d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6bfebc0dc24d59" /><Relationship Type="http://schemas.openxmlformats.org/officeDocument/2006/relationships/slideMaster" Target="/ppt/slideMasters/slideMaster1.xml" Id="Rfc99de9153ca49c9" /><Relationship Type="http://schemas.openxmlformats.org/officeDocument/2006/relationships/notesMaster" Target="/ppt/notesMasters/notesMaster1.xml" Id="R4a584802a68b4238" /><Relationship Type="http://schemas.openxmlformats.org/officeDocument/2006/relationships/presProps" Target="/ppt/presProps.xml" Id="R2c575517569e4b99" /><Relationship Type="http://schemas.openxmlformats.org/officeDocument/2006/relationships/tableStyles" Target="/ppt/tableStyles.xml" Id="R9fc30888ebc24085" /><Relationship Type="http://schemas.openxmlformats.org/officeDocument/2006/relationships/slide" Target="/ppt/slides/slide1.xml" Id="Rab971d4b430b4006" /><Relationship Type="http://schemas.openxmlformats.org/officeDocument/2006/relationships/slide" Target="/ppt/slides/slide2.xml" Id="R4bffb2277ed04525" /><Relationship Type="http://schemas.openxmlformats.org/officeDocument/2006/relationships/slide" Target="/ppt/slides/slide3.xml" Id="R0848bbf92604455c" /><Relationship Type="http://schemas.openxmlformats.org/officeDocument/2006/relationships/slide" Target="/ppt/slides/slide4.xml" Id="Ree8af95b7d9a42fc" /><Relationship Type="http://schemas.openxmlformats.org/officeDocument/2006/relationships/slide" Target="/ppt/slides/slide5.xml" Id="R5e80d279952d42a1" /><Relationship Type="http://schemas.openxmlformats.org/officeDocument/2006/relationships/slide" Target="/ppt/slides/slide6.xml" Id="R4033510af98540c2" /><Relationship Type="http://schemas.openxmlformats.org/officeDocument/2006/relationships/slide" Target="/ppt/slides/slide7.xml" Id="R15ea3962ba104d32" /><Relationship Type="http://schemas.openxmlformats.org/officeDocument/2006/relationships/slide" Target="/ppt/slides/slide8.xml" Id="R4cd0f983e0a74691" /><Relationship Type="http://schemas.openxmlformats.org/officeDocument/2006/relationships/slide" Target="/ppt/slides/slide9.xml" Id="R328180680d924258" /><Relationship Type="http://schemas.openxmlformats.org/officeDocument/2006/relationships/slide" Target="/ppt/slides/slide10.xml" Id="R8775c708bb7f4f6a" /><Relationship Type="http://schemas.openxmlformats.org/officeDocument/2006/relationships/slide" Target="/ppt/slides/slide11.xml" Id="Rc2a1a32d5c1c4553" /><Relationship Type="http://schemas.openxmlformats.org/officeDocument/2006/relationships/slide" Target="/ppt/slides/slide12.xml" Id="R6d996888e122469a" /><Relationship Type="http://schemas.openxmlformats.org/officeDocument/2006/relationships/slide" Target="/ppt/slides/slide13.xml" Id="R40428a2ecbf94ee4" /><Relationship Type="http://schemas.openxmlformats.org/officeDocument/2006/relationships/slide" Target="/ppt/slides/slide14.xml" Id="R6638ce9d7cea4fab" /><Relationship Type="http://schemas.openxmlformats.org/officeDocument/2006/relationships/slide" Target="/ppt/slides/slide15.xml" Id="R8e8b0d062f154d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319153b5df4a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3d155ca0ed4381" /><Relationship Type="http://schemas.openxmlformats.org/officeDocument/2006/relationships/notesMaster" Target="/ppt/notesMasters/notesMaster1.xml" Id="R5298225690084f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e4e9b7ae844a5c" /><Relationship Type="http://schemas.openxmlformats.org/officeDocument/2006/relationships/notesMaster" Target="/ppt/notesMasters/notesMaster1.xml" Id="Rebad9c8e181445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823fcc88a24de6" /><Relationship Type="http://schemas.openxmlformats.org/officeDocument/2006/relationships/notesMaster" Target="/ppt/notesMasters/notesMaster1.xml" Id="Rdbc1e4d9931343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df94c8c68149f8" /><Relationship Type="http://schemas.openxmlformats.org/officeDocument/2006/relationships/notesMaster" Target="/ppt/notesMasters/notesMaster1.xml" Id="R1c9dea3ecc414f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f8fb5827884032" /><Relationship Type="http://schemas.openxmlformats.org/officeDocument/2006/relationships/notesMaster" Target="/ppt/notesMasters/notesMaster1.xml" Id="R39482bd34cf942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15a6e99e9348a2" /><Relationship Type="http://schemas.openxmlformats.org/officeDocument/2006/relationships/notesMaster" Target="/ppt/notesMasters/notesMaster1.xml" Id="R0905921598694f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8d09136a6d4d0a" /><Relationship Type="http://schemas.openxmlformats.org/officeDocument/2006/relationships/notesMaster" Target="/ppt/notesMasters/notesMaster1.xml" Id="R9eca9ae987d74a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e290c2c4874375" /><Relationship Type="http://schemas.openxmlformats.org/officeDocument/2006/relationships/notesMaster" Target="/ppt/notesMasters/notesMaster1.xml" Id="Ra016071caf7543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ebd24ae36a420f" /><Relationship Type="http://schemas.openxmlformats.org/officeDocument/2006/relationships/notesMaster" Target="/ppt/notesMasters/notesMaster1.xml" Id="R79669ccacf7248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5e2993fbfa49a5" /><Relationship Type="http://schemas.openxmlformats.org/officeDocument/2006/relationships/notesMaster" Target="/ppt/notesMasters/notesMaster1.xml" Id="Ra37692b30cc643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b7e29b661545ce" /><Relationship Type="http://schemas.openxmlformats.org/officeDocument/2006/relationships/notesMaster" Target="/ppt/notesMasters/notesMaster1.xml" Id="R6556cb9dd8c541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7c379e811a4b02" /><Relationship Type="http://schemas.openxmlformats.org/officeDocument/2006/relationships/notesMaster" Target="/ppt/notesMasters/notesMaster1.xml" Id="Raceb8bd4fca64b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707f07f99f41f4" /><Relationship Type="http://schemas.openxmlformats.org/officeDocument/2006/relationships/notesMaster" Target="/ppt/notesMasters/notesMaster1.xml" Id="R6c41c07ba52a4f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15897b9417496d" /><Relationship Type="http://schemas.openxmlformats.org/officeDocument/2006/relationships/notesMaster" Target="/ppt/notesMasters/notesMaster1.xml" Id="Rb824a74251c445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a6712a59174e96" /><Relationship Type="http://schemas.openxmlformats.org/officeDocument/2006/relationships/notesMaster" Target="/ppt/notesMasters/notesMaster1.xml" Id="R36aeec0552ba47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rather than two failures. ScreenSpot-Pro isolates static UI localization from one screenshot and instruction. The hotel environment tests context retrieval across a sequence of screenshots and actions. The current official-tool free rollout succeeds: Holo scrolls three times, retains the three latest screenshots, selects Lumen Harbor Rooms at £122, and clicks its button.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is a genuine free Holo rollout. The run uses our revised hotel prompt and the exact HoloDesktop runtime 0.1.10 tool schema. Holo receives native 1024x720 screenshots under the official three-screenshot retention window, freely emits three scrolls, then clicks normalized (650,450). The projected pixel click (665,324) lands inside the fixture-defined button for Lumen Harbor Rooms at £122. Value-norm rollout for the generated y-coordinate tokens allocates 38.6%, 29.2%, and 32.2% of image mass across scroll offsets 500, 1000, and 1124. All three frames contribute and no single frame dominates. Do not call this a recency preference: the separate teacher-forced Qwen-to-Holo comparison uses a different run and attribution contrast. This slide supports cross-frame context retrieval, not a causal memory mechanism.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The 18-case resolution-attribution cohort is complete, so it is no longer listed as future work. The next resolution experiment should separate reduced spatial sampling from resampling artifacts by independently controlling image blur and visual-grid size. The hotel pilot motivates two tests: add same-image alternate-instruction controls to the multi-frame traces, then intervene on retained frames; and cross checkpoint with the tool-call contract and decoding budget because Holo and Qwen fail in different action-interface modes. The Layer 15 panel has a paired effect across eight mirrored prompts, but it still needs independent screenshots and applications before a broad mechanism claim. Sources: artifacts/screenspot-presentation/resolution-saliency-cohort18-v1/summary.json; artifacts/screenspot-presentation/hotel-freegen-paired-v1-summary.json; artifacts/screenspot-presentation/causal-panel-statistics-v1.json; docs/hotel-freegen-paired-v1.md.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Coordinate readout is therefore a repeatable minority failure mode, not a single anecdote. The successful hotel rollout shows that evidence from multiple retained frames reaches the final action. The causal panel adds a model-comparison result: Holo develops a more recoverable Layer 15 coordinate state than Qwen, but both models rely on the state and no single attention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a909b8edfb4d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c3d59f250e4c75" /><Relationship Type="http://schemas.openxmlformats.org/officeDocument/2006/relationships/slideLayout" Target="/ppt/slideLayouts/slideLayout1.xml" Id="R6d5d0a81edb141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5d0a81edb141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684dfb20e54fe9" /><Relationship Type="http://schemas.openxmlformats.org/officeDocument/2006/relationships/image" Target="/ppt/media/image.png" Id="Rd938b4c0fe3643bc" /><Relationship Type="http://schemas.openxmlformats.org/officeDocument/2006/relationships/notesSlide" Target="/ppt/notesSlides/notesSlide1.xml" Id="R2044b3c8dbf241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6f82af77c74f6c" /><Relationship Type="http://schemas.openxmlformats.org/officeDocument/2006/relationships/notesSlide" Target="/ppt/notesSlides/notesSlide2.xml" Id="Rfc8405e17d8649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6e82458d684c94" /><Relationship Type="http://schemas.openxmlformats.org/officeDocument/2006/relationships/chart" Target="/ppt/slides/charts/chart1.xml" Id="R9100924c9e2a4899" /><Relationship Type="http://schemas.openxmlformats.org/officeDocument/2006/relationships/notesSlide" Target="/ppt/notesSlides/notesSlide3.xml" Id="R8c4a7683cee343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2963fdfbbc4199" /><Relationship Type="http://schemas.openxmlformats.org/officeDocument/2006/relationships/chart" Target="/ppt/slides/charts/chart2.xml" Id="Rbd1ea7e4345844cc" /><Relationship Type="http://schemas.openxmlformats.org/officeDocument/2006/relationships/notesSlide" Target="/ppt/notesSlides/notesSlide4.xml" Id="R5139352d21eb44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005547956446ad" /><Relationship Type="http://schemas.openxmlformats.org/officeDocument/2006/relationships/chart" Target="/ppt/slides/charts/chart3.xml" Id="R36b5107707f94fd3" /><Relationship Type="http://schemas.openxmlformats.org/officeDocument/2006/relationships/notesSlide" Target="/ppt/notesSlides/notesSlide5.xml" Id="R4fb24f52c84246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e350b7ce2a475b" /><Relationship Type="http://schemas.openxmlformats.org/officeDocument/2006/relationships/image" Target="/ppt/media/image2.png" Id="R911c3b9f218945ae" /><Relationship Type="http://schemas.openxmlformats.org/officeDocument/2006/relationships/image" Target="/ppt/media/image3.png" Id="R7f3490c25d82448d" /><Relationship Type="http://schemas.openxmlformats.org/officeDocument/2006/relationships/image" Target="/ppt/media/image4.png" Id="Rb2b75b9218eb4ecf" /><Relationship Type="http://schemas.openxmlformats.org/officeDocument/2006/relationships/image" Target="/ppt/media/image5.png" Id="R514673559cdc4550" /><Relationship Type="http://schemas.openxmlformats.org/officeDocument/2006/relationships/notesSlide" Target="/ppt/notesSlides/notesSlide6.xml" Id="Rcb9987f205424a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30a7bf08ff4af8" /><Relationship Type="http://schemas.openxmlformats.org/officeDocument/2006/relationships/image" Target="/ppt/media/image6.png" Id="Rf535e808c3b0458e" /><Relationship Type="http://schemas.openxmlformats.org/officeDocument/2006/relationships/image" Target="/ppt/media/image7.png" Id="Rcde868ebff864805" /><Relationship Type="http://schemas.openxmlformats.org/officeDocument/2006/relationships/notesSlide" Target="/ppt/notesSlides/notesSlide7.xml" Id="Rbf3efe40eaae4f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7368d693264c04" /><Relationship Type="http://schemas.openxmlformats.org/officeDocument/2006/relationships/image" Target="/ppt/media/image8.png" Id="R43499645ebcc4104" /><Relationship Type="http://schemas.openxmlformats.org/officeDocument/2006/relationships/notesSlide" Target="/ppt/notesSlides/notesSlide8.xml" Id="R6e24a1859ccf4d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aeda01054f4926" /><Relationship Type="http://schemas.openxmlformats.org/officeDocument/2006/relationships/image" Target="/ppt/media/image9.png" Id="R14a52fe107094281" /><Relationship Type="http://schemas.openxmlformats.org/officeDocument/2006/relationships/image" Target="/ppt/media/image10.png" Id="Rf01bf7c07f1043f2" /><Relationship Type="http://schemas.openxmlformats.org/officeDocument/2006/relationships/image" Target="/ppt/media/image11.png" Id="Ra6d94556a4b740bc" /><Relationship Type="http://schemas.openxmlformats.org/officeDocument/2006/relationships/notesSlide" Target="/ppt/notesSlides/notesSlide9.xml" Id="R1f1b5268e79041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1f1144daf84d18" /><Relationship Type="http://schemas.openxmlformats.org/officeDocument/2006/relationships/image" Target="/ppt/media/image12.png" Id="Rbd5596d615c94e5f" /><Relationship Type="http://schemas.openxmlformats.org/officeDocument/2006/relationships/image" Target="/ppt/media/image13.png" Id="Rdf404dbad78e4b88" /><Relationship Type="http://schemas.openxmlformats.org/officeDocument/2006/relationships/notesSlide" Target="/ppt/notesSlides/notesSlide10.xml" Id="R401eb6488f1a4f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976d4e00c94df1" /><Relationship Type="http://schemas.openxmlformats.org/officeDocument/2006/relationships/notesSlide" Target="/ppt/notesSlides/notesSlide11.xml" Id="R7508c8e5b8e34f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44a2a13ea54a6a" /><Relationship Type="http://schemas.openxmlformats.org/officeDocument/2006/relationships/notesSlide" Target="/ppt/notesSlides/notesSlide12.xml" Id="R2a740efa92e149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0f8eb777594b7e" /><Relationship Type="http://schemas.openxmlformats.org/officeDocument/2006/relationships/notesSlide" Target="/ppt/notesSlides/notesSlide13.xml" Id="Rb1a4c209cb354b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bf8e2ba9f149d1" /><Relationship Type="http://schemas.openxmlformats.org/officeDocument/2006/relationships/notesSlide" Target="/ppt/notesSlides/notesSlide14.xml" Id="R48c62c3d25f342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dbee23a8664ddd" /><Relationship Type="http://schemas.openxmlformats.org/officeDocument/2006/relationships/notesSlide" Target="/ppt/notesSlides/notesSlide15.xml" Id="R1b91f962781f44a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938b4c0fe3643bc"/>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37845F-50D0-43B6-BC7B-8ACD63161354}"/>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1C7C67-A832-4864-8FD2-3348F049F1A0}"/>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5E6CBD-AF36-4F30-B53D-F404345CA7B9}"/>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BD6DE5-DAE9-4A5D-98D7-4439BA9199C0}"/>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D822607C-0ED7-4E06-9D6F-BB64F6AA3237}"/>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EE0B506C-3ED7-4928-842B-C3C8FD3A2C85}"/>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61156E21-7F37-43FA-AE00-1E74EBA32820}"/>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205822138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DA1DBBF-8FC1-408F-B733-978B8372DC7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AEE3D0AF-CD93-4007-9EF3-991C649301B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2DA366CD-AA4E-4DB0-AF3F-2D018CCA384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30CFAEC3-E3F3-4366-8974-13986BA33A87}"/>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2963ACFE-9A4B-4D1D-B659-625687103221}"/>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AE08B2-9603-4F45-B7B9-DD2281586FB6}"/>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D1E477B2-EC5D-4654-B11A-1653A34B9ECE}"/>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C02D0E30-834A-49F7-AE3E-FA74A5287172}"/>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52D95CD5-F3D2-46D9-A877-48B3ABAA5B0D}"/>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AF3B0E98-A4E9-4743-8EA9-ECF1D645A322}"/>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A4E7E223-0068-4FBC-B189-F2D1BD8B0C87}"/>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4E6BA5E-99A6-4CDD-A8E3-526837EC0FAC}"/>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DE2DC095-096E-4D5E-BFFA-772907DB8B04}"/>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CDC78F-35DA-41D8-8CDD-0828562E2E41}"/>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5D111F6-C92C-47C3-8D32-579452AA16CC}"/>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526F8E9B-D048-4849-8E0F-80B23C3E0460}"/>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8A226608-224E-4D33-8932-354BAFC55122}"/>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18" name="">
            <a:extLst xmlns:a="http://schemas.openxmlformats.org/drawingml/2006/main">
              <a:ext uri="{FF2B5EF4-FFF2-40B4-BE49-F238E27FC236}">
                <a16:creationId xmlns:a16="http://schemas.microsoft.com/office/drawing/2014/main" id="{4F092F16-4CFF-41E8-B713-11010D8598B0}"/>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08839F-0ED8-4EE6-8836-D445ADEDDC13}"/>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247F4147-A6E6-4C8E-A799-63E8F14FCDED}"/>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1" name="">
            <a:extLst xmlns:a="http://schemas.openxmlformats.org/drawingml/2006/main">
              <a:ext uri="{FF2B5EF4-FFF2-40B4-BE49-F238E27FC236}">
                <a16:creationId xmlns:a16="http://schemas.microsoft.com/office/drawing/2014/main" id="{C1267042-BEA1-47E1-AB1B-561776856066}"/>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2" name="">
            <a:extLst xmlns:a="http://schemas.openxmlformats.org/drawingml/2006/main">
              <a:ext uri="{FF2B5EF4-FFF2-40B4-BE49-F238E27FC236}">
                <a16:creationId xmlns:a16="http://schemas.microsoft.com/office/drawing/2014/main" id="{82038CA8-D962-43CA-A431-FC010C62F34A}"/>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7816E13-FA90-43C5-8AB4-E2166DC02CA0}"/>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5074AAB1-CB59-4CB0-AC44-E7733E552D7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5" name="">
            <a:extLst xmlns:a="http://schemas.openxmlformats.org/drawingml/2006/main">
              <a:ext uri="{FF2B5EF4-FFF2-40B4-BE49-F238E27FC236}">
                <a16:creationId xmlns:a16="http://schemas.microsoft.com/office/drawing/2014/main" id="{DF856AA8-F588-40CC-9621-A312B50FD771}"/>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6" name="">
            <a:extLst xmlns:a="http://schemas.openxmlformats.org/drawingml/2006/main">
              <a:ext uri="{FF2B5EF4-FFF2-40B4-BE49-F238E27FC236}">
                <a16:creationId xmlns:a16="http://schemas.microsoft.com/office/drawing/2014/main" id="{08249A6C-403E-4ED2-8F2F-D6E6691043C1}"/>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3EABE7B-D0E2-437A-A4FF-B8B970D78B8F}"/>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79D020C5-8B70-4F64-A027-5F481F47CF1A}"/>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9" name="">
            <a:extLst xmlns:a="http://schemas.openxmlformats.org/drawingml/2006/main">
              <a:ext uri="{FF2B5EF4-FFF2-40B4-BE49-F238E27FC236}">
                <a16:creationId xmlns:a16="http://schemas.microsoft.com/office/drawing/2014/main" id="{A84586E2-70C6-4D0C-A7E1-A3ABAD574281}"/>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0" name="">
            <a:extLst xmlns:a="http://schemas.openxmlformats.org/drawingml/2006/main">
              <a:ext uri="{FF2B5EF4-FFF2-40B4-BE49-F238E27FC236}">
                <a16:creationId xmlns:a16="http://schemas.microsoft.com/office/drawing/2014/main" id="{1D85E820-10DE-4428-A267-A123A5158C81}"/>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3C732D0-ECC9-42E7-A76D-7165DFC50BB7}"/>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042C7A0D-C75C-4497-BEC4-3842557A1004}"/>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3" name="">
            <a:extLst xmlns:a="http://schemas.openxmlformats.org/drawingml/2006/main">
              <a:ext uri="{FF2B5EF4-FFF2-40B4-BE49-F238E27FC236}">
                <a16:creationId xmlns:a16="http://schemas.microsoft.com/office/drawing/2014/main" id="{225D8254-AFD8-492B-BB5C-F34B3A021AE0}"/>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4" name="">
            <a:extLst xmlns:a="http://schemas.openxmlformats.org/drawingml/2006/main">
              <a:ext uri="{FF2B5EF4-FFF2-40B4-BE49-F238E27FC236}">
                <a16:creationId xmlns:a16="http://schemas.microsoft.com/office/drawing/2014/main" id="{44E5EB01-6111-4B52-AE33-420384539D91}"/>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1C3C75DF-B39C-4D10-9550-96F842EA3870}"/>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DE1983E5-A5B5-4552-9DAA-221FF998C4B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9C46486-ED93-45EB-BDEA-08A2732EF35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62398647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D24C13F-A15D-4CF1-91E7-6E45C8906C8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B367E688-1B82-4FD6-BBF1-10FEDA69B7D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E1A8DE14-ED72-42BE-BF33-627DA9EBD62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BED250FE-5E94-4EAD-98D5-4CBB9E362528}"/>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1247EF6D-878F-46AD-9A44-5ABE17C08E06}"/>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92670681-4AF2-4A55-BF9E-68DD19A5D072}"/>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DE43CD34-EF32-4965-B5C3-AD251450E901}"/>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25BE1302-9F40-4871-B6A7-CE8DAF1276CC}"/>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4166EF2F-ABC9-44F3-B8AE-822D03403388}"/>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F3E0E7F4-080C-44F8-AD66-C59B6379CAC9}"/>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4A9488-4931-4EC9-881D-6B17AA323F09}"/>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9100924c9e2a4899"/>
          </a:graphicData>
        </a:graphic>
      </p:graphicFrame>
      <p:sp>
        <p:nvSpPr>
          <p:cNvPr id="13" name="">
            <a:extLst xmlns:a="http://schemas.openxmlformats.org/drawingml/2006/main">
              <a:ext uri="{FF2B5EF4-FFF2-40B4-BE49-F238E27FC236}">
                <a16:creationId xmlns:a16="http://schemas.microsoft.com/office/drawing/2014/main" id="{729C5313-F622-42F8-956E-5780D08A7896}"/>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495ED80C-54F0-4C75-A4DF-3322AAC89934}"/>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132D86A6-B2B6-4E44-A723-14700C16AED9}"/>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2753BC-3E85-42A2-896D-3F2063EBC50E}"/>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46F41260-43DC-468E-8256-7F1D96E92FFB}"/>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B98A9892-70A5-4ABF-9C4F-EF1B47415464}"/>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5B10A10B-2E6C-43F8-9BE1-A965680B3A6E}"/>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79AF43B4-D605-431A-9956-1896F05374D1}"/>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28491E59-04A2-4030-90BA-2B0ABF04EAD6}"/>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E38F9B98-8FD8-48F3-A182-903BA03648C8}"/>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2D323E0A-6B7C-469B-8937-FAB3AB509E1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EFE331A-C453-45C8-A392-FADC3814FF3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12987141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736AB8F-7D20-4B50-AA74-A2E9C9B0005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16606B27-0C11-4276-A122-BC764D0CB84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84F2D54D-5706-4231-80D3-D280DC5D9FF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E9791A7A-0934-468B-9B96-F8DE2907275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7E82DC35-1217-44D5-82ED-D1C061AB7E73}"/>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bd1ea7e4345844cc"/>
          </a:graphicData>
        </a:graphic>
      </p:graphicFrame>
      <p:sp>
        <p:nvSpPr>
          <p:cNvPr id="7" name="">
            <a:extLst xmlns:a="http://schemas.openxmlformats.org/drawingml/2006/main">
              <a:ext uri="{FF2B5EF4-FFF2-40B4-BE49-F238E27FC236}">
                <a16:creationId xmlns:a16="http://schemas.microsoft.com/office/drawing/2014/main" id="{D79F1BE9-B168-41C7-966A-E5306B914E27}"/>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21C06E-D420-47BB-90E1-AA9E2DA8D9DF}"/>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F3C1CD85-9436-4B70-9E43-51DD83B5C705}"/>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D09DE1B1-0059-4C7F-996B-1F0FE7548FB7}"/>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53312C9F-6FF3-4EBB-8576-3933FB9D59FA}"/>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B9BC932-D9AE-4608-9239-EE46B1F10057}"/>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36988EC5-2A86-48A7-953D-DA62180FA373}"/>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8106E03F-A47B-47EA-9822-F0E71CF38F47}"/>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C55AEB7E-5422-478A-9733-2E8F839A8FB6}"/>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9C2D4FAA-C7BB-49A1-9132-8E8AC72810C3}"/>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3AC566-CF25-4CC4-8AF7-3FB3266A8CD4}"/>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F5D68C47-89D3-4CBA-8561-AC31D81EFD7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29BFE4-4CFA-4E54-BD54-EB9E744140A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9893705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5606FEA-BF62-4874-AC6A-BB3321A115F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40C54D05-E1C1-4399-A565-91E27D33376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90F3FBE6-5068-424C-93B6-2B087D7B9E8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671DAC26-4253-4595-9467-5B1155E24C3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354233DD-EE32-4E9E-B9D1-ED94CBAEA8CE}"/>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36b5107707f94fd3"/>
          </a:graphicData>
        </a:graphic>
      </p:graphicFrame>
      <p:sp>
        <p:nvSpPr>
          <p:cNvPr id="7" name="">
            <a:extLst xmlns:a="http://schemas.openxmlformats.org/drawingml/2006/main">
              <a:ext uri="{FF2B5EF4-FFF2-40B4-BE49-F238E27FC236}">
                <a16:creationId xmlns:a16="http://schemas.microsoft.com/office/drawing/2014/main" id="{EF8AF1B6-2B5A-461E-B3DA-3FCE72BA6270}"/>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743F66-7DEA-4375-893B-05374EAB0990}"/>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8137A7C0-A3D7-4C6B-B102-38376C53CB2D}"/>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F156D6B2-5DEA-4948-9B97-8B0417BE296E}"/>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B1BBBA2D-96B1-4A4E-B296-C886E735B68D}"/>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03C39C96-50FA-45C4-8008-1D9A454EC84F}"/>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E6427A-D879-4D0C-9F09-E4698B95D5C6}"/>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97725C0A-065A-4E64-993A-06C39AD489C3}"/>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9C8E36D6-E6CF-48D5-AD02-6193A24A199A}"/>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DDE344CE-2D1B-40F2-AE0A-C307CA9A887E}"/>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64F38ECE-8A73-44FE-91AC-35C8B8200FBE}"/>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7762C09-8983-44A6-A9D6-A8EC52A98E31}"/>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A452A7D7-9E6E-4B10-ABD1-2167147CEF6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3C1F971-24C1-4AF6-B59A-E4B7DFA257F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5806096"/>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AA71515-186F-4B40-B11E-CF5A4CB99C7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0638874D-FBBE-4443-86E7-BBB93011DC2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FF8B5E86-2C77-4058-BD16-A4C78214444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4F7C957E-679C-4912-9031-F43F0C5C71D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63CB3BAB-6122-4F39-99F8-4222E01041A8}"/>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FD54CC99-59A2-4892-9DB9-D7E89FC5CC34}"/>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11c3b9f218945ae"/>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9639B92E-8463-41AF-B5BE-02559C0AEC05}"/>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5854A639-3FE8-4724-A1A6-F7CF1D544476}"/>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3F62BC09-EBDC-4DE1-A348-665A8ED8FDD5}"/>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0B7174AD-FA7B-4C90-849A-FD9A6E856666}"/>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f3490c25d82448d"/>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829BE1EA-8A8B-40FC-89E1-E1EE602C0203}"/>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794FBBE8-7B60-4E0F-99E3-DB7D9B1E2A04}"/>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B502A4BD-528F-4DB2-987D-740E72C39BCC}"/>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E4A6371D-651B-4C5B-A648-106AA44A93C2}"/>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2b75b9218eb4ecf"/>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933D704C-3C0E-4269-BB3C-5D15F4BFB8FE}"/>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D054DA63-8A97-4DD4-9BA8-58C159F51E10}"/>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B70AB356-32F7-4511-AC05-179F57969692}"/>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0061CEAE-F480-4695-A6E5-4B345B709798}"/>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514673559cdc4550"/>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01D2A987-1484-4FF3-9CDD-84CF70EC4C4D}"/>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1C6F3752-C0E2-4358-B47B-54C33DBDEE4A}"/>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03DFC030-4636-4142-BE3D-0151A1DBB4B6}"/>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16214FEB-A647-42A9-8C0C-F3A5D506B7AD}"/>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E4E8A8B-DD25-4FC8-A19E-40AF76487C2C}"/>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982C4FD8-15BC-48FF-9041-D9069ED76AF7}"/>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6CBBFF81-D91A-4B78-AF7E-ABD6A320A45E}"/>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616149F1-E936-4245-920B-484C8CFE99E0}"/>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61FA6010-0E24-4147-9441-8744BC8A6230}"/>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34FA2FB8-B288-4E87-B38C-CFEED765CAF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1B8BE53-B60E-42DE-86CA-3F4266D884D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016499822"/>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6E585EB-D025-41B8-AA28-C97335AE145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EE7EE1AC-DC58-4DCA-8CEB-A177A1E8044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1B18E8D9-46D0-4314-8D80-7B142811B3B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7DE5356A-8B64-4752-9AAD-EDABA44DC79E}"/>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C81324F0-2C95-4C57-BCE6-75C6C14515B7}"/>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0521E9-AE07-45E4-B86A-C47773E673A7}"/>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8E42B98D-B1B6-404C-8283-75352FF390BE}"/>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B919AB8A-535C-40AE-BB52-2795D8812B48}"/>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535e808c3b0458e"/>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C654D22C-F8A9-44F1-8E54-5730F0959468}"/>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de868ebff864805"/>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8DD235B4-3141-497F-9C71-7CEC2F00E71D}"/>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5A2D4F13-3C13-4B1D-AC13-6D16A5EBEBD0}"/>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8273431-C11D-4205-A351-B1CA2FF5B7C9}"/>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BC732546-4C0C-4764-B353-E81A7F4B0CB1}"/>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F3EF275C-443D-4B5B-AC4C-8758C039A45F}"/>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56C5C0-C843-41C0-A3F0-B4FFC1267B6F}"/>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A71DADB5-6EBC-479F-BEBD-C4077DB44D6D}"/>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6AC976E2-3C71-4299-B8DB-5B0D683F601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95C71C3-727B-406B-B5DA-760886F73A9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395208791"/>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F208B3B-3E13-446B-9236-D6DD2497C44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DD4ABB19-E911-4888-8A85-DFA178CA0D1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8931416B-98B7-4CEE-A2D9-7680E1D6510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69579C8F-A96C-48F0-9B31-B2C0BFBC161D}"/>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592C6415-5AFA-43D8-8308-6A8D3D280EE5}"/>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EB5A92-0B6A-4318-B64C-355346A7A517}"/>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6F4F983A-322C-4139-8A88-5B945847CF1B}"/>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3499645ebcc4104"/>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30E4FF44-6A41-48F3-BB1B-164C3C059D56}"/>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A4333191-0721-4A35-9C5B-3242BE2CC088}"/>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3D5AC3-3CC7-49DB-BF0A-5F7BB4A4B750}"/>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B167E4-C180-48B1-8C0A-53CE4AD5682F}"/>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6F9E8565-6634-4D57-B6C0-7EE82E79DE5F}"/>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356481E2-90A6-4D9D-95FB-D012C3082172}"/>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AD8A91B1-3047-4352-9229-DD07D8C9C878}"/>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940BEE-4BAB-47BD-B3D6-AC471BB6C076}"/>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A978FA2F-65C2-42FB-84DD-681387CCF5E2}"/>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074F82A4-BF35-4056-8FED-399633540C17}"/>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65BAD6F3-C2B1-4614-836D-E5E0B856C2C4}"/>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FBE33208-1C49-4183-AA1F-7F46A69176E2}"/>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FB9F528D-0F6C-4482-A8C0-9F4D78409E85}"/>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C7D5A360-C7DD-4B46-8AA4-09DB18C83935}"/>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D913982C-166A-43EB-A5E4-98B73CB65A64}"/>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FC4B029F-FC92-4BB7-BBA3-1AE74DB7834C}"/>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4CA8A40F-C839-441F-9CC2-0C56447F6D2E}"/>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9CADFA2F-82F2-40CA-BE1B-7E2CF3319A1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169F35B-67D6-4767-946F-C51FA315139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113286866"/>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07D24C86-AA24-4C7A-B92A-DB4D98A3F34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593CDD52-0993-4AB3-A8B5-898DDA31580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8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All three retained frames contribute to the correct final click</a:t>
            </a:r>
          </a:p>
        </p:txBody>
      </p:sp>
      <p:sp>
        <p:nvSpPr>
          <p:cNvPr id="3" name="">
            <a:extLst xmlns:a="http://schemas.openxmlformats.org/drawingml/2006/main">
              <a:ext uri="{FF2B5EF4-FFF2-40B4-BE49-F238E27FC236}">
                <a16:creationId xmlns:a16="http://schemas.microsoft.com/office/drawing/2014/main" id="{726BCD7A-BDE2-475A-8972-5536079D533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AB499CFB-1A2B-448F-9640-E9C46E00C989}"/>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2981E05C-773E-4AC3-B230-6808E6ACF60C}"/>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BDF835-19F0-4C63-90D8-6B3C686923D3}"/>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F729C5C4-2D10-4025-86CA-160975C5FB5C}"/>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4a52fe107094281"/>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F0C5A8-B037-4E51-8E0E-59CEF256103C}"/>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BD547559-CDE7-41A3-A11A-3BB0094E282B}"/>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f01bf7c07f1043f2"/>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9552E47-2624-4C3C-8A7D-800611CA308E}"/>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F1A00FD-7522-4FE3-979F-E2AF1AFFDD54}"/>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EB0062A2-194A-496E-A50F-C6A08FC1B839}"/>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a6d94556a4b740bc"/>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0FFDADD-A988-4556-84E2-5535BD3F055E}"/>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17F926B9-1D8E-4AA6-8AE4-8BC042CB7A37}"/>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5B89AD06-7F01-45C6-A215-D55AFA10CCB6}"/>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C58CE40E-8A7C-4313-9BEA-3B7084C6225B}"/>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010CD136-4DDE-4989-A10C-37FA76BF6223}"/>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ABC914-FDCE-4560-B66E-1921FC593A58}"/>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E84EA3B-E70B-4966-979D-F1F6B6C027F3}"/>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180A74-5162-41AA-ACE2-B65C2CF78933}"/>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638F5C6-FE36-440B-9B1B-2453F2002FEE}"/>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0028E9A-BC48-484D-A2F4-035D63B8E050}"/>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EB0060E-8142-41A7-9F42-DD4A6FF4D696}"/>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B8D15374-5329-4175-87E6-6C837923AC5B}"/>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DFEE4A3E-8B10-427F-BF43-C3896BDD0B0F}"/>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823CAE08-929A-48C6-B32E-ED799B055B99}"/>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DBF860A9-C0B8-4E9E-92C8-224224732E72}"/>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22E82C6E-E3FB-478D-8764-756734DA0206}"/>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63EA19F7-2CBB-49C7-A836-29279786F0EC}"/>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42E27C8C-EB2B-4676-9B0C-FB4CBFC7243A}"/>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F62A7D8-2738-4AEB-B829-81C2D41CD60E}"/>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B0292BD9-E155-4DF5-9B83-736752010D09}"/>
              </a:ext>
            </a:extLst>
          </p:cNvPr>
          <p:cNvSpPr>
            <a:spLocks xmlns:a="http://schemas.openxmlformats.org/drawingml/2006/main" noGrp="1"/>
          </p:cNvSpPr>
          <p:nvPr/>
        </p:nvSpPr>
        <p:spPr>
          <a:xfrm xmlns:a="http://schemas.openxmlformats.org/drawingml/2006/main">
            <a:off x="8477250" y="42005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H1</a:t>
            </a:r>
          </a:p>
        </p:txBody>
      </p:sp>
      <p:sp>
        <p:nvSpPr>
          <p:cNvPr id="36" name="">
            <a:extLst xmlns:a="http://schemas.openxmlformats.org/drawingml/2006/main">
              <a:ext uri="{FF2B5EF4-FFF2-40B4-BE49-F238E27FC236}">
                <a16:creationId xmlns:a16="http://schemas.microsoft.com/office/drawing/2014/main" id="{33147C85-4806-4EB1-B44C-D358615989B7}"/>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5686D51-59FC-4F4C-8FA3-43F6872C17B5}"/>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8B06AB9-616A-459A-A688-EE9AA040FE64}"/>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96EEAA16-6298-48F6-B5FE-F334FEB0A0A2}"/>
              </a:ext>
            </a:extLst>
          </p:cNvPr>
          <p:cNvSpPr>
            <a:spLocks xmlns:a="http://schemas.openxmlformats.org/drawingml/2006/main" noGrp="1"/>
          </p:cNvSpPr>
          <p:nvPr/>
        </p:nvSpPr>
        <p:spPr>
          <a:xfrm xmlns:a="http://schemas.openxmlformats.org/drawingml/2006/main">
            <a:off x="8477250" y="45339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H2</a:t>
            </a:r>
          </a:p>
        </p:txBody>
      </p:sp>
      <p:sp>
        <p:nvSpPr>
          <p:cNvPr id="40" name="">
            <a:extLst xmlns:a="http://schemas.openxmlformats.org/drawingml/2006/main">
              <a:ext uri="{FF2B5EF4-FFF2-40B4-BE49-F238E27FC236}">
                <a16:creationId xmlns:a16="http://schemas.microsoft.com/office/drawing/2014/main" id="{5657721B-C5B7-493F-9A9C-C7FF2864DC5F}"/>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E22BF45-D23E-46B8-BCAA-7748DD56BA0D}"/>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B958947-43C7-413D-A7E3-C4EC18E47E57}"/>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E47C30FF-8F52-49AD-807F-0E37BB169F0D}"/>
              </a:ext>
            </a:extLst>
          </p:cNvPr>
          <p:cNvSpPr>
            <a:spLocks xmlns:a="http://schemas.openxmlformats.org/drawingml/2006/main" noGrp="1"/>
          </p:cNvSpPr>
          <p:nvPr/>
        </p:nvSpPr>
        <p:spPr>
          <a:xfrm xmlns:a="http://schemas.openxmlformats.org/drawingml/2006/main">
            <a:off x="8477250" y="4867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NOW</a:t>
            </a:r>
          </a:p>
        </p:txBody>
      </p:sp>
      <p:sp>
        <p:nvSpPr>
          <p:cNvPr id="44" name="">
            <a:extLst xmlns:a="http://schemas.openxmlformats.org/drawingml/2006/main">
              <a:ext uri="{FF2B5EF4-FFF2-40B4-BE49-F238E27FC236}">
                <a16:creationId xmlns:a16="http://schemas.microsoft.com/office/drawing/2014/main" id="{0227D109-EA2C-4745-9CAB-DAB8B42C32C3}"/>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CBDD1FA-984D-4618-AEF2-ABB023A54345}"/>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C689D03-BECF-4562-9275-CDEBF35256A4}"/>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98B2AF69-1E20-4B86-B244-202F143BE4E9}"/>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single frame dominates the final y-coordinate route.</a:t>
            </a:r>
          </a:p>
        </p:txBody>
      </p:sp>
      <p:sp>
        <p:nvSpPr>
          <p:cNvPr id="48" name="">
            <a:extLst xmlns:a="http://schemas.openxmlformats.org/drawingml/2006/main">
              <a:ext uri="{FF2B5EF4-FFF2-40B4-BE49-F238E27FC236}">
                <a16:creationId xmlns:a16="http://schemas.microsoft.com/office/drawing/2014/main" id="{C5EC26F0-50AE-48D4-876A-7ADA8FECDE78}"/>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40C8AB1-1DD1-4B61-BCCF-E7A4F1611FD1}"/>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66A39867-4C7B-420A-85E8-9068FD50FC9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BC78F9BD-25AF-44A4-927D-CE8539DC519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1983386950"/>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007E7DFC-C1F2-4D42-A60C-C153323D872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F31DC4DA-5252-4112-A74A-7906F550624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BD7AB7FF-0556-4807-AD91-93967EE6439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9CB30CCC-06EC-4D75-ABF7-A3DB16688F87}"/>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20DA816A-9BD1-46D9-B9B5-C98C2C47A0FA}"/>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288093-B847-41B0-B1FE-BE59BFA717A5}"/>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d5596d615c94e5f"/>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2A0CE5B7-4E57-46B4-BA03-38C5D5A3E062}"/>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5B5BE201-FBE3-4F94-8B42-F29CFF2A05C3}"/>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2058CDC8-65A5-495A-86C6-C7063EF49B33}"/>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58908F-BA16-4F8A-89FB-7272039C021B}"/>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f404dbad78e4b88"/>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84C26B02-AD3C-4B83-A137-F2015A623703}"/>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F1428F42-D919-4805-86AC-FD3760014A15}"/>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AA8F0582-FAA8-455A-B170-093949B109CE}"/>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2627A107-294C-40C1-B71A-9C8075973E80}"/>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431C3FB9-0DA8-4328-A878-28EFCD799529}"/>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74DBFAA8-23CE-45B2-BC4F-2E68C2BBE7F9}"/>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3A95B318-5544-4E00-8ED1-B4AD7156FB0D}"/>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591BAD5F-7A70-4DB7-832A-E23EEFEB9B0E}"/>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016F0D32-6933-48D8-B150-F0220E799AEF}"/>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B3435C7E-4C38-416B-9385-F4D6DBCB9ED3}"/>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1B5BFD22-E14F-4022-8B1B-3619F877112D}"/>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8F889684-3A49-4DA2-A9DA-F8BC0D1119AD}"/>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02B471C1-1D9E-4632-A7B5-033CB43C4915}"/>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95318B37-E465-4F00-9E4E-C5723B78D329}"/>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4187B80A-E7E6-45C3-81FE-258D467EEF28}"/>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B79F915D-C891-4463-9BCC-985A1BAEB621}"/>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5082D801-D28B-44FC-B8DA-AD3C00004E3C}"/>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828E2346-CCC1-4D86-8E03-21C002ABA7B4}"/>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CC25D358-6890-4EBD-AAF6-1F41B8CDE90B}"/>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854EFEFC-C765-4022-95CD-6B88A46C31F8}"/>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67D8227C-B707-42AE-921C-F4BF4FFAEBAE}"/>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B67AE4ED-0ACB-412C-B962-91069A45A5ED}"/>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1C39632E-9EA1-4285-8E52-14B2E9955F5C}"/>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B0D6DBB-2126-4C12-A960-C6638E415AE3}"/>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9E47DEF0-D039-4148-81DE-EC6B58C840C1}"/>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D599A0B2-4DBB-4EBE-8F7A-446990F48023}"/>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19EF7096-DB08-48BC-800C-A6B7B9F17D8C}"/>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3ED12FA-B844-48E1-9A1E-CBC2776DD519}"/>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F1ADC496-738F-4542-B874-B08712CBF0E8}"/>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A24C9B27-3E06-4ED7-8B6F-0E613084BD3C}"/>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F85E4CD0-3023-4A5D-B595-BEA65081FC7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762637C-8C2B-4F00-8432-03FE7CC970F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025601298"/>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3B711AB-F512-4C7D-9BC8-DF1A1ECEA84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FDF22E9B-4713-4869-B194-A8EAF82E46F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D3EBF82F-C3F6-4C56-90BC-427BE27A38E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7EF4243-BDD3-4C54-B1E2-1972A1F7536E}"/>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8F008D56-A25F-4D3D-973C-B7548EF3F28D}"/>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6A9C112D-A447-42DC-A8F4-F8F27BA9FEB5}"/>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18F8A33C-FE7D-4458-8271-37C0B4129CA1}"/>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7818AEBC-AA39-4BC8-B4B1-DB0AFF7C342F}"/>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869748E2-0C1D-4CDB-808E-B015C5CBA7F5}"/>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44C4EDA0-9EFF-4B04-BE84-4E463F661913}"/>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76B1DB7-99C7-4B05-B4A7-1B79D02AFC58}"/>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99F5A835-E10A-4094-AE3A-1CD3FD988886}"/>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72E36EBD-99ED-4821-A1F7-4E462BD5A4D5}"/>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25EBB5D7-25B2-4B15-85F4-D90D881FB9F8}"/>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C3D13BDB-0BD7-4A15-8780-84321B2A063A}"/>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2480F574-BFEE-4522-8EC6-EF7E5A5C7C66}"/>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242A358E-568A-48F7-81C0-BA94CF8219EF}"/>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E1BD71-2B35-47EF-8F51-6BC7B9F6EC94}"/>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7371FD87-8CF1-4B42-83E9-36694C541C35}"/>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19FDCC24-9A91-43BD-AA80-70328D3D8343}"/>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4CA3E777-1190-4A1E-A80B-EE79E55D2B78}"/>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E1A0AB10-DD82-4691-935A-AC018813769C}"/>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9D9A97-BF00-4BA7-8F0F-66F51291B3C7}"/>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FC8F1B47-512E-4E7D-B358-C63A1C25B294}"/>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C1612FA7-4164-4691-AEF1-6B91FFCDBC91}"/>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9954AF5A-39A8-4344-891F-56BC7A402C13}"/>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3DB6265B-BE78-4B8C-8BAC-40FF87F41373}"/>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29BBAA6-AA43-4960-86D6-D71A2783E046}"/>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3CD5BD91-BF96-43AA-BE72-60C20467CA42}"/>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ABEB4DFB-E4A2-4B27-874C-27FB28173218}"/>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6F3FDE7E-0A16-41B2-BF6C-9FA63A597F08}"/>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53AF61C-1318-40C4-BE52-5C7983AAD314}"/>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9F7F9663-4E84-4F4C-9C93-BD14469D5AA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312D6D3-5FFC-4A88-A788-B95C4695A77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1340264457"/>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41B3347-1140-4B4B-ACEC-05A3FC77B60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429E0BE1-DB22-48BE-8631-7491DBA908E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completed cohorts narrow the next experiments</a:t>
            </a:r>
          </a:p>
        </p:txBody>
      </p:sp>
      <p:sp>
        <p:nvSpPr>
          <p:cNvPr id="3" name="">
            <a:extLst xmlns:a="http://schemas.openxmlformats.org/drawingml/2006/main">
              <a:ext uri="{FF2B5EF4-FFF2-40B4-BE49-F238E27FC236}">
                <a16:creationId xmlns:a16="http://schemas.microsoft.com/office/drawing/2014/main" id="{3C961A59-D401-4066-AF97-C864AF7DA35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ED9B1178-C8A9-4AB2-BE16-E19F43AF8D29}"/>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3AF51978-E170-4D7C-8977-6EC1C13ACABC}"/>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A497CB-B7EF-41F7-BAB0-AAAB14ED2B65}"/>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D858B73F-7496-4C69-89BF-B9A39115B9F2}"/>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D0BB3B-852F-4352-A364-FEBAEB79D395}"/>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TOKEN GRID VS RESAMPLING</a:t>
            </a:r>
          </a:p>
        </p:txBody>
      </p:sp>
      <p:sp>
        <p:nvSpPr>
          <p:cNvPr id="9" name="">
            <a:extLst xmlns:a="http://schemas.openxmlformats.org/drawingml/2006/main">
              <a:ext uri="{FF2B5EF4-FFF2-40B4-BE49-F238E27FC236}">
                <a16:creationId xmlns:a16="http://schemas.microsoft.com/office/drawing/2014/main" id="{01E44106-1BE9-4F2C-87C6-71B839A2994A}"/>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Hold the visual-token grid fixed while varying blur and resampling, then vary grid size with matched image content.</a:t>
            </a:r>
          </a:p>
        </p:txBody>
      </p:sp>
      <p:sp>
        <p:nvSpPr>
          <p:cNvPr id="10" name="">
            <a:extLst xmlns:a="http://schemas.openxmlformats.org/drawingml/2006/main">
              <a:ext uri="{FF2B5EF4-FFF2-40B4-BE49-F238E27FC236}">
                <a16:creationId xmlns:a16="http://schemas.microsoft.com/office/drawing/2014/main" id="{D0212A88-21D1-457B-BEB1-0ABEA4F58281}"/>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F80B2F86-AE33-4985-91B8-5A1391DC086E}"/>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AB2328-9AD6-4959-91B8-47B5F5290C04}"/>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7C34B033-128E-418C-92EF-8485FD2D6581}"/>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B3FA77-810D-4C55-895C-11FE9A1B865A}"/>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HELD-OUT CAUSAL GENERALIZATION</a:t>
            </a:r>
          </a:p>
        </p:txBody>
      </p:sp>
      <p:sp>
        <p:nvSpPr>
          <p:cNvPr id="15" name="">
            <a:extLst xmlns:a="http://schemas.openxmlformats.org/drawingml/2006/main">
              <a:ext uri="{FF2B5EF4-FFF2-40B4-BE49-F238E27FC236}">
                <a16:creationId xmlns:a16="http://schemas.microsoft.com/office/drawing/2014/main" id="{58EE8BDD-2EAA-474D-84C6-B8B5B9A04663}"/>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the Layer 15 clean-state patch on independent screenshots, applications, and layouts with a preregistered paired test.</a:t>
            </a:r>
          </a:p>
        </p:txBody>
      </p:sp>
      <p:sp>
        <p:nvSpPr>
          <p:cNvPr id="16" name="">
            <a:extLst xmlns:a="http://schemas.openxmlformats.org/drawingml/2006/main">
              <a:ext uri="{FF2B5EF4-FFF2-40B4-BE49-F238E27FC236}">
                <a16:creationId xmlns:a16="http://schemas.microsoft.com/office/drawing/2014/main" id="{A55D9638-BDD7-4E48-BB08-C3D63FF29EA5}"/>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9CE39633-ADA9-4737-ABAB-51A96DBE5BE7}"/>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093334-7938-4DEB-882C-529A21920E81}"/>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4A9401EF-82D6-4144-A8CB-3B5D1B6E844F}"/>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24C25FF-64A2-43EB-96A7-171474202CCF}"/>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CONTROL-CORRECTED VISUAL MEMORY</a:t>
            </a:r>
          </a:p>
        </p:txBody>
      </p:sp>
      <p:sp>
        <p:nvSpPr>
          <p:cNvPr id="21" name="">
            <a:extLst xmlns:a="http://schemas.openxmlformats.org/drawingml/2006/main">
              <a:ext uri="{FF2B5EF4-FFF2-40B4-BE49-F238E27FC236}">
                <a16:creationId xmlns:a16="http://schemas.microsoft.com/office/drawing/2014/main" id="{28F3F2C7-56B9-4D9F-B10A-D9F8454441C1}"/>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Add same-image alternate-instruction controls to paired hotel histories, then remove or patch retained frames at the final click.</a:t>
            </a:r>
          </a:p>
        </p:txBody>
      </p:sp>
      <p:sp>
        <p:nvSpPr>
          <p:cNvPr id="22" name="">
            <a:extLst xmlns:a="http://schemas.openxmlformats.org/drawingml/2006/main">
              <a:ext uri="{FF2B5EF4-FFF2-40B4-BE49-F238E27FC236}">
                <a16:creationId xmlns:a16="http://schemas.microsoft.com/office/drawing/2014/main" id="{4E2543A4-CCAF-4D6B-A04D-86D28491EC6F}"/>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A8D482EE-90B7-435A-980A-EECE6A50BDF7}"/>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649B5F7-010E-4544-97E1-0F478569C23E}"/>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942FCA1F-1CB9-4FC9-A7E6-43450F65BD5B}"/>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88AED4B-D928-4223-BEE8-0B93CD15BBDF}"/>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ACTION-CONTRACT ABLATION</a:t>
            </a:r>
          </a:p>
        </p:txBody>
      </p:sp>
      <p:sp>
        <p:nvSpPr>
          <p:cNvPr id="27" name="">
            <a:extLst xmlns:a="http://schemas.openxmlformats.org/drawingml/2006/main">
              <a:ext uri="{FF2B5EF4-FFF2-40B4-BE49-F238E27FC236}">
                <a16:creationId xmlns:a16="http://schemas.microsoft.com/office/drawing/2014/main" id="{8FC514E4-89F7-427F-B1A8-E33BF63EFEFB}"/>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Cross checkpoint, tool-call contract, and decoding budget to separate coordinate policy from malformed JSON, extra scrolling, and premature clicks.</a:t>
            </a:r>
          </a:p>
        </p:txBody>
      </p:sp>
      <p:sp>
        <p:nvSpPr>
          <p:cNvPr id="28" name="">
            <a:extLst xmlns:a="http://schemas.openxmlformats.org/drawingml/2006/main">
              <a:ext uri="{FF2B5EF4-FFF2-40B4-BE49-F238E27FC236}">
                <a16:creationId xmlns:a16="http://schemas.microsoft.com/office/drawing/2014/main" id="{34638974-6A3A-4F87-B1C0-CB8FB3EB24B7}"/>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B850E8D-FB5F-42B4-B3D4-BF3373E9AF49}"/>
              </a:ext>
            </a:extLst>
          </p:cNvPr>
          <p:cNvSpPr>
            <a:spLocks xmlns:a="http://schemas.openxmlformats.org/drawingml/2006/main" noGrp="1"/>
          </p:cNvSpPr>
          <p:nvPr/>
        </p:nvSpPr>
        <p:spPr>
          <a:xfrm xmlns:a="http://schemas.openxmlformats.org/drawingml/2006/main">
            <a:off x="857250" y="542925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COMPLETED EVIDENCE</a:t>
            </a:r>
          </a:p>
        </p:txBody>
      </p:sp>
      <p:sp>
        <p:nvSpPr>
          <p:cNvPr id="30" name="">
            <a:extLst xmlns:a="http://schemas.openxmlformats.org/drawingml/2006/main">
              <a:ext uri="{FF2B5EF4-FFF2-40B4-BE49-F238E27FC236}">
                <a16:creationId xmlns:a16="http://schemas.microsoft.com/office/drawing/2014/main" id="{B72CCDAF-F0F2-46E5-B4E0-7E290E207E03}"/>
              </a:ext>
            </a:extLst>
          </p:cNvPr>
          <p:cNvSpPr>
            <a:spLocks xmlns:a="http://schemas.openxmlformats.org/drawingml/2006/main" noGrp="1"/>
          </p:cNvSpPr>
          <p:nvPr/>
        </p:nvSpPr>
        <p:spPr>
          <a:xfrm xmlns:a="http://schemas.openxmlformats.org/drawingml/2006/main">
            <a:off x="2724150" y="53721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Resolution attribution, paired hotel free generation, and the Layer 15 causal panel</a:t>
            </a:r>
          </a:p>
        </p:txBody>
      </p:sp>
      <p:sp>
        <p:nvSpPr>
          <p:cNvPr id="31" name="">
            <a:extLst xmlns:a="http://schemas.openxmlformats.org/drawingml/2006/main">
              <a:ext uri="{FF2B5EF4-FFF2-40B4-BE49-F238E27FC236}">
                <a16:creationId xmlns:a16="http://schemas.microsoft.com/office/drawing/2014/main" id="{20F1C589-54D8-46CF-B343-2B5D7E7E7AF4}"/>
              </a:ext>
            </a:extLst>
          </p:cNvPr>
          <p:cNvSpPr>
            <a:spLocks xmlns:a="http://schemas.openxmlformats.org/drawingml/2006/main" noGrp="1"/>
          </p:cNvSpPr>
          <p:nvPr/>
        </p:nvSpPr>
        <p:spPr>
          <a:xfrm xmlns:a="http://schemas.openxmlformats.org/drawingml/2006/main">
            <a:off x="2724150" y="5724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B9C3CD"/>
                </a:solidFill>
                <a:latin typeface="Helvetica Neue"/>
                <a:ea typeface="Helvetica Neue"/>
                <a:cs typeface="Helvetica Neue"/>
              </a:defRPr>
            </a:pPr>
            <a:r>
              <a:rPr sz="975" b="0">
                <a:solidFill>
                  <a:srgbClr val="B9C3CD"/>
                </a:solidFill>
                <a:latin typeface="Helvetica Neue"/>
                <a:ea typeface="Helvetica Neue"/>
                <a:cs typeface="Helvetica Neue"/>
              </a:rPr>
              <a:t>The next experiments isolate image sampling, output contracts, visual memory, and held-out generalization.</a:t>
            </a:r>
          </a:p>
        </p:txBody>
      </p:sp>
      <p:sp>
        <p:nvSpPr>
          <p:cNvPr id="32" name="">
            <a:extLst xmlns:a="http://schemas.openxmlformats.org/drawingml/2006/main">
              <a:ext uri="{FF2B5EF4-FFF2-40B4-BE49-F238E27FC236}">
                <a16:creationId xmlns:a16="http://schemas.microsoft.com/office/drawing/2014/main" id="{1DB1DED0-5DF4-4A27-AEB9-B27626B236F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8330F28-034C-48CB-8B9A-69ABC309C77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Mechanism claims now require controlled interventions beyond the completed cohorts</a:t>
            </a:r>
          </a:p>
        </p:txBody>
      </p:sp>
    </p:spTree>
    <p:extLst>
      <p:ext uri="{BB962C8B-B14F-4D97-AF65-F5344CB8AC3E}">
        <p14:creationId xmlns:p14="http://schemas.microsoft.com/office/powerpoint/2010/main" val="1438400846"/>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8C85C7F-3477-49FB-91B3-81DF16AC37E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19E5F6F3-CAAD-4F8F-B19E-4DCD7D1E25A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99"/>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evidence points to visual resolution and coordinate readout</a:t>
            </a:r>
          </a:p>
        </p:txBody>
      </p:sp>
      <p:sp>
        <p:nvSpPr>
          <p:cNvPr id="3" name="">
            <a:extLst xmlns:a="http://schemas.openxmlformats.org/drawingml/2006/main">
              <a:ext uri="{FF2B5EF4-FFF2-40B4-BE49-F238E27FC236}">
                <a16:creationId xmlns:a16="http://schemas.microsoft.com/office/drawing/2014/main" id="{8596A386-3DD9-4546-A174-DD936084428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C3DB840C-AD0C-4DE8-AF2E-233BB7639FBA}"/>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2DA626-12E2-4646-8BF4-27D23A5E9918}"/>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E2A79C2A-02B2-49B7-B0ED-EE3AC7AA0A54}"/>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74359209-BB73-4D8C-AC63-A84D763173E7}"/>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17201C1F-61F3-4C2C-A977-2C005AB0233A}"/>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AD571D-9012-42DD-80BB-AEE7F261A7BA}"/>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8C066A21-0917-419D-A762-081B6A345770}"/>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3681FC36-EBD2-4E46-B2B4-D36E9E3D32D4}"/>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48A1407B-7C05-4406-B78C-15739B84E483}"/>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87A48DD-AA5A-4FD4-B34E-B0C490C04188}"/>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0847E1FA-6B02-456F-8979-C832F3C2CF61}"/>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Context reaches later actions</a:t>
            </a:r>
          </a:p>
        </p:txBody>
      </p:sp>
      <p:sp>
        <p:nvSpPr>
          <p:cNvPr id="15" name="">
            <a:extLst xmlns:a="http://schemas.openxmlformats.org/drawingml/2006/main">
              <a:ext uri="{FF2B5EF4-FFF2-40B4-BE49-F238E27FC236}">
                <a16:creationId xmlns:a16="http://schemas.microsoft.com/office/drawing/2014/main" id="{2A537383-195B-4FD6-A42F-1B8A3B0714A7}"/>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successful hotel click draws value-weighted attention from all three retained frames.</a:t>
            </a:r>
          </a:p>
        </p:txBody>
      </p:sp>
      <p:sp>
        <p:nvSpPr>
          <p:cNvPr id="16" name="">
            <a:extLst xmlns:a="http://schemas.openxmlformats.org/drawingml/2006/main">
              <a:ext uri="{FF2B5EF4-FFF2-40B4-BE49-F238E27FC236}">
                <a16:creationId xmlns:a16="http://schemas.microsoft.com/office/drawing/2014/main" id="{E656E77E-A313-4981-8163-6726133E145D}"/>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EE60713-38AD-4155-8D45-67D79780E9E1}"/>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47BDD447-190B-4C21-AAD3-4C2529746670}"/>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33A64C1-3854-4AF5-8530-740FBC4062E4}"/>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7FB27AD0-7E74-44DA-9270-9F0D89BAA039}"/>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15D0CEC8-4D71-4BF1-91DB-01A95088E855}"/>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ED2A3675-C2DE-4C93-B7D5-93D644EFA956}"/>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1A12A82-455F-44EB-AA70-7DB87C6715D4}"/>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2C193083-7202-4153-84DF-6FABFBE2F85A}"/>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0BA6D983-CFB9-4139-BB2A-21F077868C72}"/>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2D2D9E3C-D20A-4AAC-ACD2-7A51E3BFCE8C}"/>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F1E8981-9219-4C3E-88BA-AA2F62C6DFA7}"/>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20ADBA37-A9AE-47AD-96BE-13787D16E43F}"/>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0A7D427D-0061-4548-AEEA-56E4CF203EFC}"/>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270D41B3-9D55-48F3-A5C8-87FC7A2D9775}"/>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8F7434E-6449-4616-94F6-083880CDD813}"/>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7A56CAB1-3ADF-4489-9AB8-C4ADE132A84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065087E-BD96-4349-96D1-78CA6AF11CA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768858597"/>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07EDAA4-2EA8-46E5-8E21-09E9FF06C0B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7C4CA513-9719-464A-8D7A-1E4B592E120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F23F8D9C-406A-460D-87EB-E53497C1161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8E4B1FA4-AF64-4ACE-8970-A6603FD05C26}"/>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1699E8C9-1881-4EF7-B5A9-60767EDF4AC7}"/>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1A1658ED-7E01-4BEA-8D3D-5E67E079F1C6}"/>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ACC3A5-761E-4F2B-BC64-41C2D4A7282D}"/>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5812A779-658F-4F42-9E54-F08008A1E0D0}"/>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82A0CB6C-B007-48B1-8E89-A557514086E4}"/>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55ABC6-9249-4120-ADFB-087739E68EB0}"/>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A2E8125F-C864-49A3-91E3-79ED13E1D2CF}"/>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5839FC7A-5511-40D7-87FB-826387179DFC}"/>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56B12E24-66F1-48BA-8DCA-83EC03D6DD8D}"/>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7A9BDC-0DF0-4BC1-9DB0-77712FE5AA1A}"/>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F98386F8-4210-4A38-BC8C-8D4DDB0B574C}"/>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F8FD8F35-2B60-406D-AD99-4B3E31E5F73F}"/>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EC5FF6-45DE-444C-9852-43A3054220C0}"/>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800B32AA-C3DF-4D91-92EC-4C17A073F7B3}"/>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50281712-A67E-4E16-A094-58DC454D4768}"/>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B55068E6-83C5-46C1-A412-77A6499B2754}"/>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BBAB680-5082-41B3-9085-0E3E5BF4EA9F}"/>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1471F364-20B0-4558-9819-0E765108A2EA}"/>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818E21B9-8495-40C8-819E-AD9F60E8D29F}"/>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9E40D39-396C-4700-AD2D-8E78B24CA3FE}"/>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2E90CDB3-7042-42F9-9673-4042FD55A135}"/>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5F5DC8CD-80BB-4870-A007-784DB75CA008}"/>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5629CBB4-F8BC-439F-BADA-2E48B32EE0D9}"/>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B8670F4-FFE4-4D35-8E8F-50F14C56439A}"/>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C23ED5F2-F19A-4569-9930-55EAA85F98C2}"/>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BF48AF8D-C94C-4A7E-81C3-B0434847A9E5}"/>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F291032E-AE8A-4A4A-B3D4-46C5C313B6FC}"/>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1314EA03-896C-49F4-B000-6C5E603523C7}"/>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92D366FA-CEE2-4A1A-94C7-19151D9B1B85}"/>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332E2976-BD3E-4D42-A91B-826FFC82DFD5}"/>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C11A028A-547C-4CF2-B12B-7EE0A6FACD5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10004C8-0DD4-4748-A69B-D0C1E00F157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1179649780"/>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323129-994D-4A25-A84E-7E89D46B2A1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0F716763-A726-4D64-995A-23011E230FD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A0D763C8-54D2-45F4-BB1B-16D1DF0BA0D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8917AB09-1540-4EB4-AFF7-715501DF054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BB62385E-B57C-48B5-8C03-13DF1AC1499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2B7F7B-AB6D-4471-BB59-AFE8EFDE024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633226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2026-09-22T14:00:28.5100000Z</dcterms:created>
  <dcterms:modified xsi:type="dcterms:W3CDTF">2026-09-22T14:00:28.5100000Z</dcterms:modified>
</coreProperties>
</file>