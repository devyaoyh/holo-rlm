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88d5430a3d46b9" /><Relationship Type="http://schemas.openxmlformats.org/officeDocument/2006/relationships/extended-properties" Target="/docProps/app.xml" Id="R514fe61a4c264222" /><Relationship Type="http://schemas.openxmlformats.org/officeDocument/2006/relationships/officeDocument" Target="/ppt/presentation.xml" Id="Rad4700a4c8734f14" /></Relationships>
</file>

<file path=ppt/presentation.xml><?xml version="1.0" encoding="utf-8"?>
<p:presentation xmlns:p="http://schemas.openxmlformats.org/presentationml/2006/main">
  <p:sldMasterIdLst>
    <p:sldMasterId xmlns:r="http://schemas.openxmlformats.org/officeDocument/2006/relationships" id="2147483648" r:id="R3a7a0401e8be475a"/>
  </p:sldMasterIdLst>
  <p:notesMasterIdLst>
    <p:notesMasterId xmlns:r="http://schemas.openxmlformats.org/officeDocument/2006/relationships" r:id="R2b7906611ee14afe"/>
  </p:notesMasterIdLst>
  <p:sldIdLst>
    <p:sldId xmlns:r="http://schemas.openxmlformats.org/officeDocument/2006/relationships" id="256" r:id="R2644404d1c084be4"/>
    <p:sldId xmlns:r="http://schemas.openxmlformats.org/officeDocument/2006/relationships" id="257" r:id="R99fe730dd90f41be"/>
    <p:sldId xmlns:r="http://schemas.openxmlformats.org/officeDocument/2006/relationships" id="258" r:id="Rbc09811006524463"/>
    <p:sldId xmlns:r="http://schemas.openxmlformats.org/officeDocument/2006/relationships" id="259" r:id="R17b8b6c629bf4b61"/>
    <p:sldId xmlns:r="http://schemas.openxmlformats.org/officeDocument/2006/relationships" id="260" r:id="R7337706543974c7f"/>
    <p:sldId xmlns:r="http://schemas.openxmlformats.org/officeDocument/2006/relationships" id="261" r:id="Re7830b304d0e420c"/>
    <p:sldId xmlns:r="http://schemas.openxmlformats.org/officeDocument/2006/relationships" id="262" r:id="Rd23ec6c790bf4acf"/>
    <p:sldId xmlns:r="http://schemas.openxmlformats.org/officeDocument/2006/relationships" id="263" r:id="R36ef73dd47f341b4"/>
    <p:sldId xmlns:r="http://schemas.openxmlformats.org/officeDocument/2006/relationships" id="264" r:id="Ra2e9aac26ec64ce5"/>
    <p:sldId xmlns:r="http://schemas.openxmlformats.org/officeDocument/2006/relationships" id="265" r:id="Rb22492a2670f4ba9"/>
    <p:sldId xmlns:r="http://schemas.openxmlformats.org/officeDocument/2006/relationships" id="266" r:id="R1b5935bbf8ac41e0"/>
    <p:sldId xmlns:r="http://schemas.openxmlformats.org/officeDocument/2006/relationships" id="267" r:id="R04e043badcb24ddf"/>
    <p:sldId xmlns:r="http://schemas.openxmlformats.org/officeDocument/2006/relationships" id="268" r:id="Re962da1c77be4fdc"/>
    <p:sldId xmlns:r="http://schemas.openxmlformats.org/officeDocument/2006/relationships" id="269" r:id="R79330a2816a64c5c"/>
    <p:sldId xmlns:r="http://schemas.openxmlformats.org/officeDocument/2006/relationships" id="270" r:id="R988bbe945a8740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cd8e3948d74a73" /><Relationship Type="http://schemas.openxmlformats.org/officeDocument/2006/relationships/slideMaster" Target="/ppt/slideMasters/slideMaster1.xml" Id="R3a7a0401e8be475a" /><Relationship Type="http://schemas.openxmlformats.org/officeDocument/2006/relationships/notesMaster" Target="/ppt/notesMasters/notesMaster1.xml" Id="R2b7906611ee14afe" /><Relationship Type="http://schemas.openxmlformats.org/officeDocument/2006/relationships/presProps" Target="/ppt/presProps.xml" Id="R24ef4c2b5f05407a" /><Relationship Type="http://schemas.openxmlformats.org/officeDocument/2006/relationships/tableStyles" Target="/ppt/tableStyles.xml" Id="R432cf95ce1c3474c" /><Relationship Type="http://schemas.openxmlformats.org/officeDocument/2006/relationships/slide" Target="/ppt/slides/slide1.xml" Id="R2644404d1c084be4" /><Relationship Type="http://schemas.openxmlformats.org/officeDocument/2006/relationships/slide" Target="/ppt/slides/slide2.xml" Id="R99fe730dd90f41be" /><Relationship Type="http://schemas.openxmlformats.org/officeDocument/2006/relationships/slide" Target="/ppt/slides/slide3.xml" Id="Rbc09811006524463" /><Relationship Type="http://schemas.openxmlformats.org/officeDocument/2006/relationships/slide" Target="/ppt/slides/slide4.xml" Id="R17b8b6c629bf4b61" /><Relationship Type="http://schemas.openxmlformats.org/officeDocument/2006/relationships/slide" Target="/ppt/slides/slide5.xml" Id="R7337706543974c7f" /><Relationship Type="http://schemas.openxmlformats.org/officeDocument/2006/relationships/slide" Target="/ppt/slides/slide6.xml" Id="Re7830b304d0e420c" /><Relationship Type="http://schemas.openxmlformats.org/officeDocument/2006/relationships/slide" Target="/ppt/slides/slide7.xml" Id="Rd23ec6c790bf4acf" /><Relationship Type="http://schemas.openxmlformats.org/officeDocument/2006/relationships/slide" Target="/ppt/slides/slide8.xml" Id="R36ef73dd47f341b4" /><Relationship Type="http://schemas.openxmlformats.org/officeDocument/2006/relationships/slide" Target="/ppt/slides/slide9.xml" Id="Ra2e9aac26ec64ce5" /><Relationship Type="http://schemas.openxmlformats.org/officeDocument/2006/relationships/slide" Target="/ppt/slides/slide10.xml" Id="Rb22492a2670f4ba9" /><Relationship Type="http://schemas.openxmlformats.org/officeDocument/2006/relationships/slide" Target="/ppt/slides/slide11.xml" Id="R1b5935bbf8ac41e0" /><Relationship Type="http://schemas.openxmlformats.org/officeDocument/2006/relationships/slide" Target="/ppt/slides/slide12.xml" Id="R04e043badcb24ddf" /><Relationship Type="http://schemas.openxmlformats.org/officeDocument/2006/relationships/slide" Target="/ppt/slides/slide13.xml" Id="Re962da1c77be4fdc" /><Relationship Type="http://schemas.openxmlformats.org/officeDocument/2006/relationships/slide" Target="/ppt/slides/slide14.xml" Id="R79330a2816a64c5c" /><Relationship Type="http://schemas.openxmlformats.org/officeDocument/2006/relationships/slide" Target="/ppt/slides/slide15.xml" Id="R988bbe945a8740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546b3352384f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5a7f7df2b04760" /><Relationship Type="http://schemas.openxmlformats.org/officeDocument/2006/relationships/notesMaster" Target="/ppt/notesMasters/notesMaster1.xml" Id="R7ef2fa12e25b4a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1a7e0237cd4107" /><Relationship Type="http://schemas.openxmlformats.org/officeDocument/2006/relationships/notesMaster" Target="/ppt/notesMasters/notesMaster1.xml" Id="R23eff661ed1b4e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03cb9545b1432f" /><Relationship Type="http://schemas.openxmlformats.org/officeDocument/2006/relationships/notesMaster" Target="/ppt/notesMasters/notesMaster1.xml" Id="R1f1449e3d01e4b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d92ca816c6489f" /><Relationship Type="http://schemas.openxmlformats.org/officeDocument/2006/relationships/notesMaster" Target="/ppt/notesMasters/notesMaster1.xml" Id="R757ef858ca8843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4090ec36514961" /><Relationship Type="http://schemas.openxmlformats.org/officeDocument/2006/relationships/notesMaster" Target="/ppt/notesMasters/notesMaster1.xml" Id="Ra67fee8f6c8c4d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bd2839a11b4f42" /><Relationship Type="http://schemas.openxmlformats.org/officeDocument/2006/relationships/notesMaster" Target="/ppt/notesMasters/notesMaster1.xml" Id="Rc96a283ba4e042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3fbfcc301b4c24" /><Relationship Type="http://schemas.openxmlformats.org/officeDocument/2006/relationships/notesMaster" Target="/ppt/notesMasters/notesMaster1.xml" Id="R62100df5422f40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a23b3696d48b4" /><Relationship Type="http://schemas.openxmlformats.org/officeDocument/2006/relationships/notesMaster" Target="/ppt/notesMasters/notesMaster1.xml" Id="R8280af88bfad4c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012ad5d7fc4074" /><Relationship Type="http://schemas.openxmlformats.org/officeDocument/2006/relationships/notesMaster" Target="/ppt/notesMasters/notesMaster1.xml" Id="R36fef4a2e16c4c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82b33fbd9841d8" /><Relationship Type="http://schemas.openxmlformats.org/officeDocument/2006/relationships/notesMaster" Target="/ppt/notesMasters/notesMaster1.xml" Id="R8e42a4a1dd7f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bddfdf9dae4e4d" /><Relationship Type="http://schemas.openxmlformats.org/officeDocument/2006/relationships/notesMaster" Target="/ppt/notesMasters/notesMaster1.xml" Id="R2db814d8ac1b47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a007d0f1804feb" /><Relationship Type="http://schemas.openxmlformats.org/officeDocument/2006/relationships/notesMaster" Target="/ppt/notesMasters/notesMaster1.xml" Id="Rf576b0f9787146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cbcc5a994a4cd0" /><Relationship Type="http://schemas.openxmlformats.org/officeDocument/2006/relationships/notesMaster" Target="/ppt/notesMasters/notesMaster1.xml" Id="Rdb2117d34d664e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2b57725a43431c" /><Relationship Type="http://schemas.openxmlformats.org/officeDocument/2006/relationships/notesMaster" Target="/ppt/notesMasters/notesMaster1.xml" Id="R9b32121bb6414f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23668b2908411f" /><Relationship Type="http://schemas.openxmlformats.org/officeDocument/2006/relationships/notesMaster" Target="/ppt/notesMasters/notesMaster1.xml" Id="Rf86d92ee99ae48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9:20–10:20 — Synthesize the evidence before the proposal.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This one case motivates a stopping and action-readout hypothesis but does not estimate checkpoint accuracy. The causal panel adds the strongest model-comparison evidence: Holo develops a more recoverable Layer 15 coordinate state than Qwen, while both models rely on that state and no single attention head explains the effect. The working interpretation is that fine-tuning strengthens action-state formation and coordinate extraction more clearly than value-weighted target grounding. Transition to the final proposal: use test-time uncertainty to spend resolution only where the action remains unstable.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10:20–11:20 — End on one focused research proposal. Start with a low-resolution image, produce a batched coordinate ensemble, estimate uncertainty, and route only uncertain cases to a crop-and-resize pass. Repeat until the coordinate distribution is sufficiently stable or the crop reaches native resolution. The proposal is black-box at test time: no model updates and no hidden activations. Our first local Metal feasibility check used the official H Company localization prompt and VisualLocalizerOutput contract on two previously native-correct ScreenSpot-Pro items at 25 percent linear resolution. Four deterministic beams were valid and distinct in both cases. On the known quarter-resolution hit, RMS coordinate radius was 2.55 normalized units and all four beams hit. On the known miss, radius was only 1.12 and no beam hit; all candidates shared x equals 15 and differed only by adjacent y values. Deterministic top-beam spread therefore shows false consensus and cannot serve as the gate by itself. The next experiment should compare deterministic beams with temperature-sampled coordinate candidates plus token confidence, then test whether a calibrated gate recovers low-resolution misses while avoiding a second pass on easy cases. This direction overlaps materially with AutoFocus and UI-Zoomer, which already use sampled coordinate uncertainty for adaptive visual search, and with ZoomClick's training-free zoom prior. The research wedge is narrower: Holo-specific evaluation, deterministic beams as a cheap baseline, a resolution ladder rather than unconditional native inference, and a mechanistic link to the recoverable action state observed in this deck. InnerZoom provides an important white-box efficiency comparison because it avoids the second forward pass by reinjecting intermediate evidence. Sources: artifacts/screenspot-presentation/coordinate-beam-spread-pilot-v1.json; data/local-results/coordinate-beam-spread-smoke/summary.json; data/local-results/coordinate-beam-spread-vscode0-v1/summary.json; https://arxiv.org/abs/2605.02630; https://arxiv.org/abs/2604.14113; https://arxiv.org/abs/2512.05941; https://arxiv.org/abs/2606.30084.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0cedf7d03b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5c6dbd8ef54c80" /><Relationship Type="http://schemas.openxmlformats.org/officeDocument/2006/relationships/slideLayout" Target="/ppt/slideLayouts/slideLayout1.xml" Id="Rc38d26b778ae47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8d26b778ae47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421e9bbc634702" /><Relationship Type="http://schemas.openxmlformats.org/officeDocument/2006/relationships/image" Target="/ppt/media/image.png" Id="R6a05b9fe13904e7b" /><Relationship Type="http://schemas.openxmlformats.org/officeDocument/2006/relationships/notesSlide" Target="/ppt/notesSlides/notesSlide1.xml" Id="Ra09a4240d67546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e240e1db554ca0" /><Relationship Type="http://schemas.openxmlformats.org/officeDocument/2006/relationships/notesSlide" Target="/ppt/notesSlides/notesSlide2.xml" Id="R1e057e1f9ec3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9d65b38d0b4d4e" /><Relationship Type="http://schemas.openxmlformats.org/officeDocument/2006/relationships/chart" Target="/ppt/slides/charts/chart1.xml" Id="R8bf3a50d4ad24dc7" /><Relationship Type="http://schemas.openxmlformats.org/officeDocument/2006/relationships/notesSlide" Target="/ppt/notesSlides/notesSlide3.xml" Id="Rb570661a059043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c26c38fc344d29" /><Relationship Type="http://schemas.openxmlformats.org/officeDocument/2006/relationships/chart" Target="/ppt/slides/charts/chart2.xml" Id="R47db09c9e88c4697" /><Relationship Type="http://schemas.openxmlformats.org/officeDocument/2006/relationships/notesSlide" Target="/ppt/notesSlides/notesSlide4.xml" Id="Rf9ee2b6df94e44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8d0a3658494bd3" /><Relationship Type="http://schemas.openxmlformats.org/officeDocument/2006/relationships/chart" Target="/ppt/slides/charts/chart3.xml" Id="Rb6d7abc9f0274dcd" /><Relationship Type="http://schemas.openxmlformats.org/officeDocument/2006/relationships/notesSlide" Target="/ppt/notesSlides/notesSlide5.xml" Id="R396ba553d43648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81c6163aba4d1d" /><Relationship Type="http://schemas.openxmlformats.org/officeDocument/2006/relationships/image" Target="/ppt/media/image2.png" Id="R0ef3c131309f467f" /><Relationship Type="http://schemas.openxmlformats.org/officeDocument/2006/relationships/image" Target="/ppt/media/image3.png" Id="R05a3403a318e4618" /><Relationship Type="http://schemas.openxmlformats.org/officeDocument/2006/relationships/image" Target="/ppt/media/image4.png" Id="Rb3bac1b382ef4bde" /><Relationship Type="http://schemas.openxmlformats.org/officeDocument/2006/relationships/image" Target="/ppt/media/image5.png" Id="Refbec3d25c7d4494" /><Relationship Type="http://schemas.openxmlformats.org/officeDocument/2006/relationships/notesSlide" Target="/ppt/notesSlides/notesSlide6.xml" Id="R246cb14c003842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2bc1e16e754ed2" /><Relationship Type="http://schemas.openxmlformats.org/officeDocument/2006/relationships/image" Target="/ppt/media/image6.png" Id="R2eed91801e004561" /><Relationship Type="http://schemas.openxmlformats.org/officeDocument/2006/relationships/image" Target="/ppt/media/image7.png" Id="R1a2db770b3374179" /><Relationship Type="http://schemas.openxmlformats.org/officeDocument/2006/relationships/notesSlide" Target="/ppt/notesSlides/notesSlide7.xml" Id="Rbee564489afc46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e00bc2486e4492" /><Relationship Type="http://schemas.openxmlformats.org/officeDocument/2006/relationships/image" Target="/ppt/media/image8.png" Id="Rb5f6ed57eba6436e" /><Relationship Type="http://schemas.openxmlformats.org/officeDocument/2006/relationships/notesSlide" Target="/ppt/notesSlides/notesSlide8.xml" Id="Rcbdcf661b2a041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5092c88ffe4c71" /><Relationship Type="http://schemas.openxmlformats.org/officeDocument/2006/relationships/image" Target="/ppt/media/image9.png" Id="Re9ef793f71c940bf" /><Relationship Type="http://schemas.openxmlformats.org/officeDocument/2006/relationships/image" Target="/ppt/media/image10.png" Id="Rdb3dbb69b50b425e" /><Relationship Type="http://schemas.openxmlformats.org/officeDocument/2006/relationships/image" Target="/ppt/media/image11.png" Id="R0ea0fb78b68f4bbb" /><Relationship Type="http://schemas.openxmlformats.org/officeDocument/2006/relationships/notesSlide" Target="/ppt/notesSlides/notesSlide9.xml" Id="R7bc47da8c02b4f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b2c14cb6bb42f4" /><Relationship Type="http://schemas.openxmlformats.org/officeDocument/2006/relationships/image" Target="/ppt/media/image12.png" Id="Raec615a1f74a4189" /><Relationship Type="http://schemas.openxmlformats.org/officeDocument/2006/relationships/image" Target="/ppt/media/image13.png" Id="Rccc66e0b52934427" /><Relationship Type="http://schemas.openxmlformats.org/officeDocument/2006/relationships/notesSlide" Target="/ppt/notesSlides/notesSlide10.xml" Id="Rfe3b1763bd3c46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d7729f67ab466a" /><Relationship Type="http://schemas.openxmlformats.org/officeDocument/2006/relationships/notesSlide" Target="/ppt/notesSlides/notesSlide11.xml" Id="Rf6e791b65c2842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059587b2414ab8" /><Relationship Type="http://schemas.openxmlformats.org/officeDocument/2006/relationships/notesSlide" Target="/ppt/notesSlides/notesSlide12.xml" Id="R57bce475c7c548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5e242c3de8479a" /><Relationship Type="http://schemas.openxmlformats.org/officeDocument/2006/relationships/notesSlide" Target="/ppt/notesSlides/notesSlide13.xml" Id="R482c83b18eee4f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d00c5b7a8946f5" /><Relationship Type="http://schemas.openxmlformats.org/officeDocument/2006/relationships/notesSlide" Target="/ppt/notesSlides/notesSlide14.xml" Id="Rc7efa5f3a95c43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f388c5174c448a" /><Relationship Type="http://schemas.openxmlformats.org/officeDocument/2006/relationships/notesSlide" Target="/ppt/notesSlides/notesSlide15.xml" Id="R791c871fed3843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a05b9fe13904e7b"/>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A7ADF8-6FEF-4CA6-AAD0-4A4245459F73}"/>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6087E1-42DC-4F4B-A8AE-125E5E6DC528}"/>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399FC5-F0E9-4709-AC92-342E4D7C5C16}"/>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2DBCA9-52DB-4212-9E71-C6A86524C13E}"/>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1EE210CB-1A52-4907-9B67-5BFA028F7D35}"/>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6DEDE51F-C1FA-49D1-9CF8-D02DCDC02C6A}"/>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5E6C4CEC-9E05-4CBE-B70D-5C06D92815BA}"/>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494730411"/>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D01975A-F66A-4CEB-AF04-565D5AA3348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9B2940E3-67ED-4366-B44D-74F7039E4EB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6392C241-1E44-4DF9-85AB-007EA754B6D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FDD18EE6-1163-48E5-B2F1-A9EE3ED4C87F}"/>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FD36F244-6AC9-4694-B313-7E712098999F}"/>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73E47E-EF72-4204-A02A-71D1BD162AFD}"/>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0B137E9D-E874-4906-A1E7-58424D856A62}"/>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53224819-E154-43D3-A0CB-6743F1F31FD4}"/>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75219CF5-538A-40D2-A766-E363D96343F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DBC8B613-14B5-4F39-8965-9F728F014588}"/>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E6E07577-E36B-4165-84D1-41B6E772AC8F}"/>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B06A93-945A-4F24-A24B-2D6D684ACD79}"/>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10439A03-BCEC-46D4-8042-62682A293184}"/>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24D3B3-8BA0-49A7-B35B-6D2D730C1333}"/>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8AC918-55AE-4B73-9982-E0F9EE32FBC1}"/>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7719207E-376E-46E6-A2B1-ACC25C9B3C7D}"/>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9D474DA2-756C-436F-B62F-6EA277F02A6C}"/>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77963C6E-48A7-426C-A7ED-A698415332A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874BE41-BD36-495A-8DBC-B3E6CDA9B339}"/>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6B9C7110-23F5-430D-B529-64A5D0A3CDFB}"/>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E9D44A7F-79EA-4F16-91BD-D0C28D97AAAD}"/>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F7F1BDA6-24C5-4D00-AAB6-110435D26E6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79D006F-647F-4DCA-969B-0D6E15A1E6A9}"/>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9C12B154-7BB6-4A3C-8CCF-7E5EECFB7EE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0474E024-08C4-4825-9844-4C467935F7E6}"/>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D6A570C5-8087-4F1D-9335-C814C86A0C51}"/>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A7C0003-7C9B-44C5-B07F-0CB5369F3D20}"/>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3DF20C21-DB35-44CD-93DB-5D0044727907}"/>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9529932E-439C-44F3-B624-3674FBD038BC}"/>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E4AAE70D-F7F4-4D56-97C2-E8415F2B63F6}"/>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C4D8AF2-46BE-49C9-A5A7-AD3A2294D8A6}"/>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7216F10B-4E71-4623-A619-4AE79417F14A}"/>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310670E0-9CA6-4FD3-B501-61C96DA5FD37}"/>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F124AA7B-CFC2-4608-A9D7-DFF1D70250F2}"/>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C344DEC1-AB2D-4DC0-989F-4EEB7B506C32}"/>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1A564505-64A7-4D0F-8C84-782B0E44292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1EE35DA-868A-4BE3-9308-01CF50B8CF2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179763053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D8C8D3C-6CE3-491F-8090-0FDA2230897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134D3EA5-C23A-4FC6-AA99-B10C25CC73D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F7BAF2C-3EF9-4A00-9CE2-A1C1407187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BA6958C8-6D1D-4ACC-B190-FE0740DE2DB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F9711B1-2F97-4006-8427-3196DF08F324}"/>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8C2BD0FF-6B91-446F-A809-1919A51FABED}"/>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F25B0639-E343-4F6F-B9B5-8267A4C3EA18}"/>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015649C3-2E06-4A32-AC5A-74F5887E6633}"/>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CEBE6FE7-FD02-407F-864F-60A34C8947DA}"/>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A917E530-336E-4125-98A8-BDDE0EA971CC}"/>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ABAEF4-8055-4C46-B3C9-9D0D919804EF}"/>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8bf3a50d4ad24dc7"/>
          </a:graphicData>
        </a:graphic>
      </p:graphicFrame>
      <p:sp>
        <p:nvSpPr>
          <p:cNvPr id="13" name="">
            <a:extLst xmlns:a="http://schemas.openxmlformats.org/drawingml/2006/main">
              <a:ext uri="{FF2B5EF4-FFF2-40B4-BE49-F238E27FC236}">
                <a16:creationId xmlns:a16="http://schemas.microsoft.com/office/drawing/2014/main" id="{1AA9D0BF-6D8A-47A4-B72F-8B810D742064}"/>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7627FE2B-BEF1-4A61-A193-F2369C594D3F}"/>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AB49F4B6-4152-415A-A813-A7CF0A307072}"/>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8D594A4-B830-489E-86FD-04F76B146A18}"/>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D8B705E4-4EBC-45B2-8D27-A5F1274047C5}"/>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4C842B5B-4C81-4CCA-8BCD-09E5BA976025}"/>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6DC31B94-D55D-4A36-8A34-43176E2B719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82D67CC8-27CD-4D71-9EC8-91D568A85982}"/>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C8308EA3-32A6-45E5-A022-DEF93FECC893}"/>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65195525-6EFE-4299-B2DD-EFACFD4E3382}"/>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E8ECB7FB-0658-4AB4-9639-19D5ECE1FDE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C844301-CE54-4E28-AD24-EC93D07DC63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00992245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1163A4E-2BC3-4194-BFD1-4C36A3BE7D7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70070EE8-0CA1-4600-B476-121AA1CB9C1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3E38F7DB-CFC4-4511-99C6-0F32D65E0F6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4B3FF5A-26BA-4FE3-BAEC-F712D9CBB02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4C72F9AA-85BD-4767-B05A-3B7EBABA6B1C}"/>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47db09c9e88c4697"/>
          </a:graphicData>
        </a:graphic>
      </p:graphicFrame>
      <p:sp>
        <p:nvSpPr>
          <p:cNvPr id="7" name="">
            <a:extLst xmlns:a="http://schemas.openxmlformats.org/drawingml/2006/main">
              <a:ext uri="{FF2B5EF4-FFF2-40B4-BE49-F238E27FC236}">
                <a16:creationId xmlns:a16="http://schemas.microsoft.com/office/drawing/2014/main" id="{25A83120-97CA-4D6D-B644-09FE6E35F367}"/>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B8BDDE-EEA5-4965-A587-766EA50D0F05}"/>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E9641DFC-30CD-412F-B9F1-5EEECB6D7330}"/>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FA4945AC-2532-4620-84DE-C53977D32B9C}"/>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4B417194-B727-4522-903A-502AAE776A2C}"/>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A9A7520-F7AD-4CA0-9560-D5312133E009}"/>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B02275A3-F150-411E-88DB-EE88701DFCEA}"/>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7D4EB76F-5D2B-4E38-B5DD-3467C9A6C0C5}"/>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30A15CC8-80C5-4094-A167-FD6C4971041F}"/>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03ED6AD9-3CE3-449C-9EDB-D4A702E2546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C720B3-2FC0-44CE-85F2-7800A4784C51}"/>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C04B0359-4878-4E50-9E15-0FB86F2E8BD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BC72E8E-D086-42DF-96F7-197FFB67433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42442537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CD3283-0E8F-429E-8189-1BE3EA15A1A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A5C84650-3339-4704-975B-A8A8399980B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19D69653-4484-440F-B2F1-468A7A25713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89E80594-D274-4D70-98D6-4C53B00445D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242EE7A0-2473-4736-A06C-32B5807FE527}"/>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b6d7abc9f0274dcd"/>
          </a:graphicData>
        </a:graphic>
      </p:graphicFrame>
      <p:sp>
        <p:nvSpPr>
          <p:cNvPr id="7" name="">
            <a:extLst xmlns:a="http://schemas.openxmlformats.org/drawingml/2006/main">
              <a:ext uri="{FF2B5EF4-FFF2-40B4-BE49-F238E27FC236}">
                <a16:creationId xmlns:a16="http://schemas.microsoft.com/office/drawing/2014/main" id="{8E07D674-42D7-4B4E-B309-232F3CD0EEB5}"/>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E8B875-8E60-4807-A143-F77CC997CEFB}"/>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54B89292-2855-42C5-AF48-A926B92FDA68}"/>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37EA444A-AA42-49DD-BD77-7274F41169A1}"/>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15717829-B82F-471F-8FF0-97EC4711C6FC}"/>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7896EEE6-2B43-41A0-A3C1-65A1B24012A4}"/>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8176EB-92AA-4A51-A0E6-CE54F50C136A}"/>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10207FC7-42AD-4165-BC26-2CF02E8E1ABF}"/>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A1C6A3C1-29DE-4363-8554-672E646C0381}"/>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150C4985-0832-4FF1-B230-96DCAD323555}"/>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59CF9C27-DA39-4EFD-92DC-8838E9595DC3}"/>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69704A7-EA89-4C1D-AF42-8F0A7B1AFFCE}"/>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08E2A053-14F9-4909-8CF9-62B124D78AE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BC71052-36DD-4B8A-9567-B5607079550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64709313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6E73D3D-5A66-4AF9-9DC7-408287773CF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202F2B23-EEED-43E1-861C-86ADD46098B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2466EBE9-213E-491F-9517-E9E9B48A2F5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16C009F0-61D0-4AE4-9421-50AC90057028}"/>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A1C02D6E-166C-474A-B595-E283044C035D}"/>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CEDB4F38-8382-4CB9-A060-D451875BF7C6}"/>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ef3c131309f467f"/>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7D58232D-7A33-4DAE-96D8-38D00CE4980F}"/>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470F807-CE6C-4074-B9FA-EB53DDDE465C}"/>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3A467937-3CD0-49E1-ADD9-914C60F516A3}"/>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058B5EBC-340E-464D-A999-501A67680D5C}"/>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5a3403a318e4618"/>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1A46D4AA-3867-455E-8CCD-7B9B48A1A4D9}"/>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35F36F39-015A-4898-9596-9058E650F987}"/>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6654B9E6-6104-439D-8DC7-612704149B01}"/>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C5731E3F-E69B-4709-8FE6-C79F8EF75FCF}"/>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3bac1b382ef4bde"/>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C27CE572-9E39-4024-8E93-AD78AE90AF01}"/>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4B93FDC1-D3A3-4D76-BB10-EA14662FBC18}"/>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60B200CA-5C06-4C47-81EC-FFF4ECD6C6E1}"/>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476E1D87-DB6C-489C-A4EA-AF769E4EE0D1}"/>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fbec3d25c7d4494"/>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86009325-4CA4-49D5-AFEF-A57E8B9B7BC5}"/>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7F8FDC87-20B1-433B-BC8D-7D6C9E85FABC}"/>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6168192C-76C9-4661-857F-63667A1A97BE}"/>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EEE71762-5D6D-434B-8B3F-AD3E3A73F166}"/>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11E999-0B3E-4F17-B4AE-5435A25B3721}"/>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7DE54D94-1464-45B8-8798-D8232BB7E70E}"/>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4973609E-2EF2-4618-92B5-D77CADBCE6A8}"/>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4B9DA663-7AD0-4225-ABF3-C4B422FD8B23}"/>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DA1B80F1-9126-46B4-AFA2-2882BB339EDC}"/>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2E630734-A572-476E-B6EB-BCA82D25EE0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C61B7D4-5A42-468B-B4B1-C004A58D0FA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48699629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370E5F-5FF2-469B-85BC-BEACE83B9AB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BBA07076-BD46-441A-98DC-F0CDD7E255A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84349E5F-FD39-40F6-81FB-D29FD15D773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13F4307-4BDA-4CD1-8CEA-4C06A9B6C20D}"/>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FED2821E-4077-4A3B-ACB7-12A5FC000A7E}"/>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1E7012-4E4B-4E22-8943-A3AD828A0FDC}"/>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D8AAACFC-E6F6-45F8-A518-DBCF0961F769}"/>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AB5F5FCC-93EC-45A4-AF48-9A204CC77B4D}"/>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eed91801e004561"/>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4AF03AF9-ADF6-4E3F-8377-167E07ACB2A6}"/>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a2db770b3374179"/>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3149AE72-342C-4150-9E09-520BDC8B8176}"/>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30C5F7D0-3AD9-48ED-A28F-94EA14C46511}"/>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585D1C-E363-4C3D-9A92-8B9D48C3931D}"/>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B91410CB-4BAE-43D7-8EE3-6B28722D9189}"/>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11377533-94CD-4C68-8758-F97E91E77AB2}"/>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01E8CA-C59C-4BBE-B7B0-0766091B47CD}"/>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FDF38414-A206-407D-93F1-B745ED86D016}"/>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1A87EEE6-EA28-4E68-BEE5-4995180DBE4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F00F256-1E33-4F70-93E8-4574193ED26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35260630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B6C954C-0931-4E16-B33F-0C138D6D39A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85B05F42-6052-4D27-BB52-D4C80939DF6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494D9EA6-0CEF-434A-A654-58F0D43A187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A530ACF-134A-4D56-B9A8-452D932D959C}"/>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D15722C5-F106-434C-ABB3-B147708BCB84}"/>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E5D491-ADA7-4AEC-963E-EA902879CC8F}"/>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3998C92F-916C-41C3-B6EA-C4C2D14D3B73}"/>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5f6ed57eba6436e"/>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019BE12E-7BAB-4BEC-BE92-4A7200142E0B}"/>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A51B39F1-B83D-4345-8169-65F865C71996}"/>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EE36BE-17A1-401F-BC61-57F3A4F0EAAE}"/>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9EF329-17E4-4013-9A6C-99FEC5029946}"/>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3F9B1893-5E71-45A0-B4F1-8F71F5DD5E59}"/>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9761E049-30D8-40D9-BF1E-28AD0A24518B}"/>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9E802686-99E6-4E32-B2D8-BB7264734F2E}"/>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3E09CC5-651D-4303-A050-FC3AC2DD1DA6}"/>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06B44F9D-5F4A-4A9C-BABC-2057AEF0AB6B}"/>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94119840-57BE-47B6-AF3B-C36D8C2DA663}"/>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387A4FC3-CA3D-4031-ACF7-7E1FA478BE09}"/>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A2F709F6-9458-4807-868A-69CCC4D68D0A}"/>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97BA0D3A-DAB1-4CC0-9366-8D74877AEB99}"/>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BFE80251-5009-41A3-B31A-2E0052CFC659}"/>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D0996F9A-C0F8-4D22-9138-7E042A209B99}"/>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E27C91A2-DC78-46E6-8B2C-E9E0738FB3D8}"/>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438848AB-1B59-46B6-83A3-120CD4805C42}"/>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5408396C-7D38-45F2-A8CF-835C5F4BFDF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BB1E002-F0E3-40BD-9559-5815C6FC520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40566790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1A2103C-F7EE-4701-80FF-A556B638BAF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E084C741-8054-4767-8F71-C4CC9BC7396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1AF5A568-D789-497C-8EC7-0DEE3C18078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8595FDB-F1AB-4FAF-9CCC-2C2076E8CA4B}"/>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D1164161-099D-439D-A745-CDF98B064E05}"/>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B228A746-2604-4515-8D24-BFA6AB3B4889}"/>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80BEF475-0B23-48E2-9C90-B5F41C222025}"/>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FF1A0B83-417A-4C9B-84B4-2CC052156A8F}"/>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32D17820-C2C2-4D7A-8C5F-C1AE4187CD9D}"/>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69548A0A-F15E-4D43-88B1-87C14B617084}"/>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20B9345D-CEB2-4F1A-B977-1D1F603D2EC4}"/>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81E12086-4DEC-459A-8968-426EE7E7F3E5}"/>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e9ef793f71c940bf"/>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173E9ED-5EF1-4490-9E4B-565EFF6969F7}"/>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D136FAD8-AE9B-424B-89A3-2A8EDE292D44}"/>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b3dbb69b50b425e"/>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0685894-4A8D-498D-A26A-767A506F8D92}"/>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E9FA8BA4-EB10-4812-B0D3-F3CC51943CA3}"/>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0ea0fb78b68f4bbb"/>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355035F-466A-45CA-AEAF-D2DAEFC12910}"/>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4EE4BC46-B783-45F0-993C-DDBA250BBCB6}"/>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B6BA351E-8711-444F-8840-F39EB0756261}"/>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DE4DD115-34EC-4BA6-92ED-08E590DB1BE2}"/>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443E8346-43D2-4FE3-8AEB-063EE5EC0D44}"/>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2DF2DA4-9A4F-448C-9BDD-51BDBB7A97AF}"/>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455292E-B14F-4C58-8AA1-7F6ADA44F4FE}"/>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677F2E5-32A3-47FC-A863-81D99504D1A0}"/>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C67C0F7-7BE0-4980-8073-D0B7D8B6E0B1}"/>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5D7653F-74BA-481A-955F-92C257152803}"/>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DABE75CB-E417-40C7-BEF0-384954A9406B}"/>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5B69283F-4329-4AE4-8BF7-5C2CE240B3BD}"/>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4B3940AC-01E2-4E8B-9810-748864377C76}"/>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FEE68213-2E07-4309-8231-A319DBCB704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6426999-DC7E-4BC0-BC33-5DFEC78C11D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531492410"/>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1294DC9-7965-4D93-98C1-63582D5F316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CE3A117D-444C-44D2-AF6A-A05CBF6378C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C1185F29-961E-479C-86D7-D668FDAFE5B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BBFA016A-8FD9-4A9E-AE1C-39219CABDB17}"/>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71196873-0BDC-4862-83CC-15726800D7ED}"/>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23C45B-BD92-49A4-AE48-F357DD77F198}"/>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ec615a1f74a4189"/>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41678AB5-A152-46AA-AFEE-EC8090AE9D06}"/>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A51C34A5-0F30-408B-BACB-40EC8A7AC4B3}"/>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15D874C4-7EC2-4B1C-A9F3-76C47E165A8E}"/>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30566D-AD68-4CC1-8A23-E801A82261E8}"/>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cc66e0b52934427"/>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3286D7FD-1923-484A-B52D-68757D5FA1D0}"/>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A96F2135-C695-4EF6-B74B-526736EA6B85}"/>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22643E45-0BCD-4CE6-BD31-1275C04F293E}"/>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3D92C0DA-9F28-4AB0-AC48-FDFC3FBA5AA1}"/>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F23F0882-3EA0-4F21-A161-BF3000799EC8}"/>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B27189E7-9472-42CA-9BDA-0BEA5F9D2AD2}"/>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EC2288BC-6B26-486F-A195-C418F5DC6436}"/>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CFA71C44-3654-41CD-9871-3DAFF5949331}"/>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6E2717D2-1E01-455E-A73D-10DF905F4488}"/>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D6D4DBB6-31A1-4A41-BD23-829AF6373793}"/>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BCB8EDE7-1BB9-4624-AB66-9F8C68E2DD45}"/>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6CBEC7AE-A987-495D-9813-15675CAE3A3F}"/>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D4801A92-C9D2-4CF8-80EC-4AFC78C6A1D5}"/>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EFA8594F-F6F2-4E79-BB72-77E02BE2951D}"/>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91D0093F-ACA6-435C-984F-790A01A8F04C}"/>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4B23F9A7-0B15-4735-A66D-C32699CC875F}"/>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6FBDB278-E294-4F67-BD2F-273CFA4046AF}"/>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EFE35708-B702-40E4-971C-86D31DB303F7}"/>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6D8413E2-57D8-4C67-9E1E-C31B6C6F977F}"/>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0EAE8172-FADA-44C3-B9AA-319A6D69AA5F}"/>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6E7E6670-0A3D-4916-8B9E-E4C030B92EC2}"/>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653E3A4D-36AD-43C8-A1A3-A9239A59FE41}"/>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A3D63FCA-D326-4670-BE5B-60C9DC346A3B}"/>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BE5AB8F-96F0-40F0-A67A-CE750E43EC24}"/>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B4CDFD13-46F6-403F-90C1-97E30F246612}"/>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540E83E9-5C2A-4D0A-9A4E-1A5338D11193}"/>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B06733E9-5DD6-4981-94CA-321F929436F6}"/>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C92A9E6-9600-4A07-8D25-3467C31451FC}"/>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19A1002A-B060-47FC-8648-4CC2FD81C768}"/>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F410A38E-7918-4EB4-B6EA-0BFEAD2D0F86}"/>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D6EC55D9-0110-4F31-B1A9-AD6F8684E67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8E5BF6B-58BB-48E6-AADD-782AB303236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745726400"/>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0DB4379-F5A2-4B22-8615-EBD1FBA2693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9F9CF787-BBBE-4091-A1D5-BBA2EB99173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B35C7553-F87A-4FF1-BBE7-D35234B92F6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E23CADFF-55CC-4D30-AEC1-173DD1D11CC8}"/>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2E41F14E-423F-4CB3-892B-3B67B62CE16D}"/>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76216A58-91D7-4EAA-96C3-56ADC07EACD6}"/>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36E1AB8D-1C59-4745-814F-65DF6FCC77B0}"/>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BB6091CD-6548-4CF3-8B5F-B8DB5484E3B1}"/>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9ADB3F86-BD36-4A4E-8F2D-90421213E4F3}"/>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799A38E1-4E88-40BC-A2F4-91F7DE1722FA}"/>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B606DE1F-51D2-4DE5-A4B6-9FDE66619870}"/>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79E77176-33E7-4222-94F2-7CA9246B7579}"/>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A20BFD82-0F43-44D1-8519-A99AA631FDE4}"/>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D46A3F40-847A-4D3A-BAD6-A83999DFBBF8}"/>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BDEE1351-26CF-47CC-A11E-670CC11516CD}"/>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EF727CED-3550-416C-8A8F-47ACCC85CA94}"/>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536C6033-B24B-4EBF-AEF7-159F9BC0A237}"/>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2F04C6D-DF06-4539-A668-EA097796CC99}"/>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D3F3E00A-8A4F-4FFA-B05C-8ACB78988CD2}"/>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090E551D-99C9-4235-94FB-F2ABA46B4E34}"/>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6BF36043-DEEB-42F2-8F41-962ABE003482}"/>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E9653964-D463-4C11-BB16-EC0BA1F3D0B7}"/>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7683054-278C-4D90-B0E7-A27E6F4B770F}"/>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2D88F33-5C6C-4945-8FF5-D5A57792019A}"/>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22A601C9-843B-439B-8682-D905BDB22A01}"/>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67CA2596-8CDC-4519-A80C-DAF06AED5A73}"/>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D5952FE0-800E-462A-B78F-62F5A7B6DC7E}"/>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A15DD11-2ACD-412D-9AC4-918C44DBDA6F}"/>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2985A9B8-8A74-4E5A-8190-1FD192949399}"/>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53D93EA1-F832-4F00-A1D5-35303044FA17}"/>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6C4C210C-5CD4-46ED-9847-C62A83256D1C}"/>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831FFDC-1926-4589-8E8C-8BC5BE712CB3}"/>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60FF9C00-2B3E-4AE1-B76D-70B47CC1017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75EFABC-DDA7-4965-A339-EAF68BFE03B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562510629"/>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A8F59DF-F0E8-43F0-9549-CAD58159528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73306208-0D65-407A-BCB9-2B065CDA7DF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strengthens recoverable action state</a:t>
            </a:r>
          </a:p>
        </p:txBody>
      </p:sp>
      <p:sp>
        <p:nvSpPr>
          <p:cNvPr id="3" name="">
            <a:extLst xmlns:a="http://schemas.openxmlformats.org/drawingml/2006/main">
              <a:ext uri="{FF2B5EF4-FFF2-40B4-BE49-F238E27FC236}">
                <a16:creationId xmlns:a16="http://schemas.microsoft.com/office/drawing/2014/main" id="{C4CB8545-3AC9-4C9A-9056-638C8C2793C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2346A14C-FDF5-4C92-900E-F9383E180BF8}"/>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3672D9-F6EC-47AF-930A-5E226956E265}"/>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631708C-71B5-413F-B60C-3330FC93EC79}"/>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29D4A39A-DF4E-4ECF-BE9F-AF839EF8BB9F}"/>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0826DFA7-26CC-4429-A42B-09438ABD1E54}"/>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37902A-B1B5-4A7A-9E49-5C9E3EEA973B}"/>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79AB9ED7-35E6-4337-A424-0E26CD970221}"/>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06D050F9-4FC6-481B-BFB1-4404F0A45AF8}"/>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5D387CC2-C2CA-4FF8-8940-C0AA9C5CEADE}"/>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8F7797B-F763-439C-BB1D-D77E35D8B4B0}"/>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C08A7A05-8813-444C-BF47-C6217B8ACDC9}"/>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3A33C6AD-2078-4D5C-9F1F-1BF6129890D8}"/>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30C555A1-6665-4A61-A007-CFE77207E46F}"/>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C244630-375A-4D35-878B-B550DB6DB2CC}"/>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8B21C831-3A7E-4029-894A-391A5ECB6D12}"/>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BC8BD7E-605E-4D1B-8ACD-10D114B177C9}"/>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A1194DD3-6D04-485F-8478-DFEA15094C76}"/>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E29D58B9-56CF-4157-AE34-3D2C12C8A086}"/>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C4B74CCB-99D6-4387-9E6A-359D98CF50B5}"/>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62B182B-2EB6-4054-AEA8-9E90A23BB5BE}"/>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DF7A1AD7-371C-47B2-A18A-B65ACDA00D54}"/>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BAF90908-A942-4184-BFE8-1B39B54DC744}"/>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81F300B8-DA73-473D-8308-36CC2BC7A18A}"/>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C0326E7-B531-4A84-AF54-6AB74812CE79}"/>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0E8D0ED1-EFE8-48B3-AC8F-72484EBE0983}"/>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B7BDBE2A-A48F-4E59-8B49-833963C206A1}"/>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2CAE487F-0EA5-4896-89C2-5C559641451C}"/>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34C9BF4-195C-4B9E-B577-AABE69D8E0FB}"/>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782B8FEB-CB59-4EAD-B010-9805AC33E62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25A050E-E091-4D03-A868-03A733CAEF6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538473938"/>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135CCA71-3446-4098-81F4-65453DFE10C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PROPOSAL</a:t>
            </a:r>
          </a:p>
        </p:txBody>
      </p:sp>
      <p:sp>
        <p:nvSpPr>
          <p:cNvPr id="2" name="">
            <a:extLst xmlns:a="http://schemas.openxmlformats.org/drawingml/2006/main">
              <a:ext uri="{FF2B5EF4-FFF2-40B4-BE49-F238E27FC236}">
                <a16:creationId xmlns:a16="http://schemas.microsoft.com/office/drawing/2014/main" id="{588201AB-1A1E-4435-A305-68F9F01FD95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Adaptive-resolution coordinate search</a:t>
            </a:r>
          </a:p>
        </p:txBody>
      </p:sp>
      <p:sp>
        <p:nvSpPr>
          <p:cNvPr id="3" name="">
            <a:extLst xmlns:a="http://schemas.openxmlformats.org/drawingml/2006/main">
              <a:ext uri="{FF2B5EF4-FFF2-40B4-BE49-F238E27FC236}">
                <a16:creationId xmlns:a16="http://schemas.microsoft.com/office/drawing/2014/main" id="{3F1001AB-34C8-4330-A9FF-AFD807C588F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4338F97E-6966-42E6-961C-7221B32C324A}"/>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Can uncertainty route only hard cases to a higher-resolution pass?</a:t>
            </a:r>
          </a:p>
        </p:txBody>
      </p:sp>
      <p:sp>
        <p:nvSpPr>
          <p:cNvPr id="5" name="">
            <a:extLst xmlns:a="http://schemas.openxmlformats.org/drawingml/2006/main">
              <a:ext uri="{FF2B5EF4-FFF2-40B4-BE49-F238E27FC236}">
                <a16:creationId xmlns:a16="http://schemas.microsoft.com/office/drawing/2014/main" id="{613E2524-C4D5-4589-9CC0-6F55B5D83F01}"/>
              </a:ext>
            </a:extLst>
          </p:cNvPr>
          <p:cNvSpPr>
            <a:spLocks xmlns:a="http://schemas.openxmlformats.org/drawingml/2006/main" noGrp="1"/>
          </p:cNvSpPr>
          <p:nvPr/>
        </p:nvSpPr>
        <p:spPr>
          <a:xfrm xmlns:a="http://schemas.openxmlformats.org/drawingml/2006/main">
            <a:off x="609600" y="152400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PROPOSED TEST-TIME LOOP</a:t>
            </a:r>
          </a:p>
        </p:txBody>
      </p:sp>
      <p:sp>
        <p:nvSpPr>
          <p:cNvPr id="6" name="">
            <a:extLst xmlns:a="http://schemas.openxmlformats.org/drawingml/2006/main">
              <a:ext uri="{FF2B5EF4-FFF2-40B4-BE49-F238E27FC236}">
                <a16:creationId xmlns:a16="http://schemas.microsoft.com/office/drawing/2014/main" id="{BB04E16E-658E-4B25-9F5E-835A3DBB47B7}"/>
              </a:ext>
            </a:extLst>
          </p:cNvPr>
          <p:cNvSpPr>
            <a:spLocks xmlns:a="http://schemas.openxmlformats.org/drawingml/2006/main" noGrp="1"/>
          </p:cNvSpPr>
          <p:nvPr/>
        </p:nvSpPr>
        <p:spPr>
          <a:xfrm xmlns:a="http://schemas.openxmlformats.org/drawingml/2006/main">
            <a:off x="609600" y="1809750"/>
            <a:ext cx="1333500" cy="1162050"/>
          </a:xfrm>
          <a:prstGeom xmlns:a="http://schemas.openxmlformats.org/drawingml/2006/main" prst="roundRect">
            <a:avLst>
              <a:gd name="adj" fmla="val 6557"/>
            </a:avLst>
          </a:prstGeom>
          <a:solidFill xmlns:a="http://schemas.openxmlformats.org/drawingml/2006/main">
            <a:srgbClr val="DDECF9"/>
          </a:solidFill>
          <a:ln xmlns:a="http://schemas.openxmlformats.org/drawingml/2006/main" w="9525">
            <a:solidFill>
              <a:srgbClr val="2D84D3"/>
            </a:solidFill>
          </a:ln>
        </p:spPr>
      </p:sp>
      <p:sp>
        <p:nvSpPr>
          <p:cNvPr id="7" name="">
            <a:extLst xmlns:a="http://schemas.openxmlformats.org/drawingml/2006/main">
              <a:ext uri="{FF2B5EF4-FFF2-40B4-BE49-F238E27FC236}">
                <a16:creationId xmlns:a16="http://schemas.microsoft.com/office/drawing/2014/main" id="{467892D1-F995-448C-AF59-EFC9196E68C7}"/>
              </a:ext>
            </a:extLst>
          </p:cNvPr>
          <p:cNvSpPr>
            <a:spLocks xmlns:a="http://schemas.openxmlformats.org/drawingml/2006/main" noGrp="1"/>
          </p:cNvSpPr>
          <p:nvPr/>
        </p:nvSpPr>
        <p:spPr>
          <a:xfrm xmlns:a="http://schemas.openxmlformats.org/drawingml/2006/main">
            <a:off x="723900" y="1924050"/>
            <a:ext cx="3238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3DA7D6-4616-4DC3-A283-3C91DE0B8672}"/>
              </a:ext>
            </a:extLst>
          </p:cNvPr>
          <p:cNvSpPr>
            <a:spLocks xmlns:a="http://schemas.openxmlformats.org/drawingml/2006/main" noGrp="1"/>
          </p:cNvSpPr>
          <p:nvPr/>
        </p:nvSpPr>
        <p:spPr>
          <a:xfrm xmlns:a="http://schemas.openxmlformats.org/drawingml/2006/main">
            <a:off x="8191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7F049A4C-FE39-46FE-B076-3E886B2B066B}"/>
              </a:ext>
            </a:extLst>
          </p:cNvPr>
          <p:cNvSpPr>
            <a:spLocks xmlns:a="http://schemas.openxmlformats.org/drawingml/2006/main" noGrp="1"/>
          </p:cNvSpPr>
          <p:nvPr/>
        </p:nvSpPr>
        <p:spPr>
          <a:xfrm xmlns:a="http://schemas.openxmlformats.org/drawingml/2006/main">
            <a:off x="7429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LOW-RES PASS</a:t>
            </a:r>
          </a:p>
        </p:txBody>
      </p:sp>
      <p:sp>
        <p:nvSpPr>
          <p:cNvPr id="10" name="">
            <a:extLst xmlns:a="http://schemas.openxmlformats.org/drawingml/2006/main">
              <a:ext uri="{FF2B5EF4-FFF2-40B4-BE49-F238E27FC236}">
                <a16:creationId xmlns:a16="http://schemas.microsoft.com/office/drawing/2014/main" id="{24DD268E-CB07-45A1-878E-4D54C9DF84D4}"/>
              </a:ext>
            </a:extLst>
          </p:cNvPr>
          <p:cNvSpPr>
            <a:spLocks xmlns:a="http://schemas.openxmlformats.org/drawingml/2006/main" noGrp="1"/>
          </p:cNvSpPr>
          <p:nvPr/>
        </p:nvSpPr>
        <p:spPr>
          <a:xfrm xmlns:a="http://schemas.openxmlformats.org/drawingml/2006/main">
            <a:off x="7239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Start at 25% linear resolution</a:t>
            </a:r>
          </a:p>
        </p:txBody>
      </p:sp>
      <p:sp>
        <p:nvSpPr>
          <p:cNvPr id="11" name="">
            <a:extLst xmlns:a="http://schemas.openxmlformats.org/drawingml/2006/main">
              <a:ext uri="{FF2B5EF4-FFF2-40B4-BE49-F238E27FC236}">
                <a16:creationId xmlns:a16="http://schemas.microsoft.com/office/drawing/2014/main" id="{F38245DB-FA77-4B36-994E-E14B8044BA8A}"/>
              </a:ext>
            </a:extLst>
          </p:cNvPr>
          <p:cNvSpPr>
            <a:spLocks xmlns:a="http://schemas.openxmlformats.org/drawingml/2006/main" noGrp="1"/>
          </p:cNvSpPr>
          <p:nvPr/>
        </p:nvSpPr>
        <p:spPr>
          <a:xfrm xmlns:a="http://schemas.openxmlformats.org/drawingml/2006/main">
            <a:off x="194310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055454-DD35-4430-8835-4994FB974559}"/>
              </a:ext>
            </a:extLst>
          </p:cNvPr>
          <p:cNvSpPr>
            <a:spLocks xmlns:a="http://schemas.openxmlformats.org/drawingml/2006/main" noGrp="1"/>
          </p:cNvSpPr>
          <p:nvPr/>
        </p:nvSpPr>
        <p:spPr>
          <a:xfrm xmlns:a="http://schemas.openxmlformats.org/drawingml/2006/main">
            <a:off x="2085975" y="1809750"/>
            <a:ext cx="1333500" cy="1162050"/>
          </a:xfrm>
          <a:prstGeom xmlns:a="http://schemas.openxmlformats.org/drawingml/2006/main" prst="roundRect">
            <a:avLst>
              <a:gd name="adj" fmla="val 6557"/>
            </a:avLst>
          </a:prstGeom>
          <a:solidFill xmlns:a="http://schemas.openxmlformats.org/drawingml/2006/main">
            <a:srgbClr val="FCE2D9"/>
          </a:solidFill>
          <a:ln xmlns:a="http://schemas.openxmlformats.org/drawingml/2006/main" w="9525">
            <a:solidFill>
              <a:srgbClr val="F05A3C"/>
            </a:solidFill>
          </a:ln>
        </p:spPr>
      </p:sp>
      <p:sp>
        <p:nvSpPr>
          <p:cNvPr id="13" name="">
            <a:extLst xmlns:a="http://schemas.openxmlformats.org/drawingml/2006/main">
              <a:ext uri="{FF2B5EF4-FFF2-40B4-BE49-F238E27FC236}">
                <a16:creationId xmlns:a16="http://schemas.microsoft.com/office/drawing/2014/main" id="{B82F74BF-6F2D-4372-8784-029340B1151C}"/>
              </a:ext>
            </a:extLst>
          </p:cNvPr>
          <p:cNvSpPr>
            <a:spLocks xmlns:a="http://schemas.openxmlformats.org/drawingml/2006/main" noGrp="1"/>
          </p:cNvSpPr>
          <p:nvPr/>
        </p:nvSpPr>
        <p:spPr>
          <a:xfrm xmlns:a="http://schemas.openxmlformats.org/drawingml/2006/main">
            <a:off x="2200275" y="1924050"/>
            <a:ext cx="323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1ECA8F-86AC-4337-AF01-DD4D7F771544}"/>
              </a:ext>
            </a:extLst>
          </p:cNvPr>
          <p:cNvSpPr>
            <a:spLocks xmlns:a="http://schemas.openxmlformats.org/drawingml/2006/main" noGrp="1"/>
          </p:cNvSpPr>
          <p:nvPr/>
        </p:nvSpPr>
        <p:spPr>
          <a:xfrm xmlns:a="http://schemas.openxmlformats.org/drawingml/2006/main">
            <a:off x="229552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C58AC6E8-10E7-4D89-96CB-EE8B5C59BFAE}"/>
              </a:ext>
            </a:extLst>
          </p:cNvPr>
          <p:cNvSpPr>
            <a:spLocks xmlns:a="http://schemas.openxmlformats.org/drawingml/2006/main" noGrp="1"/>
          </p:cNvSpPr>
          <p:nvPr/>
        </p:nvSpPr>
        <p:spPr>
          <a:xfrm xmlns:a="http://schemas.openxmlformats.org/drawingml/2006/main">
            <a:off x="221932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CANDIDATES</a:t>
            </a:r>
          </a:p>
        </p:txBody>
      </p:sp>
      <p:sp>
        <p:nvSpPr>
          <p:cNvPr id="16" name="">
            <a:extLst xmlns:a="http://schemas.openxmlformats.org/drawingml/2006/main">
              <a:ext uri="{FF2B5EF4-FFF2-40B4-BE49-F238E27FC236}">
                <a16:creationId xmlns:a16="http://schemas.microsoft.com/office/drawing/2014/main" id="{0555E60A-423E-4336-A2A4-F0BC4BB703BE}"/>
              </a:ext>
            </a:extLst>
          </p:cNvPr>
          <p:cNvSpPr>
            <a:spLocks xmlns:a="http://schemas.openxmlformats.org/drawingml/2006/main" noGrp="1"/>
          </p:cNvSpPr>
          <p:nvPr/>
        </p:nvSpPr>
        <p:spPr>
          <a:xfrm xmlns:a="http://schemas.openxmlformats.org/drawingml/2006/main">
            <a:off x="220027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87"/>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Decode K coordinates in parallel</a:t>
            </a:r>
          </a:p>
        </p:txBody>
      </p:sp>
      <p:sp>
        <p:nvSpPr>
          <p:cNvPr id="17" name="">
            <a:extLst xmlns:a="http://schemas.openxmlformats.org/drawingml/2006/main">
              <a:ext uri="{FF2B5EF4-FFF2-40B4-BE49-F238E27FC236}">
                <a16:creationId xmlns:a16="http://schemas.microsoft.com/office/drawing/2014/main" id="{98D21CDA-E1E7-4D3F-9B7F-2F6991F85D0B}"/>
              </a:ext>
            </a:extLst>
          </p:cNvPr>
          <p:cNvSpPr>
            <a:spLocks xmlns:a="http://schemas.openxmlformats.org/drawingml/2006/main" noGrp="1"/>
          </p:cNvSpPr>
          <p:nvPr/>
        </p:nvSpPr>
        <p:spPr>
          <a:xfrm xmlns:a="http://schemas.openxmlformats.org/drawingml/2006/main">
            <a:off x="341947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33523F-5788-4B72-93D4-78860E0CE5E0}"/>
              </a:ext>
            </a:extLst>
          </p:cNvPr>
          <p:cNvSpPr>
            <a:spLocks xmlns:a="http://schemas.openxmlformats.org/drawingml/2006/main" noGrp="1"/>
          </p:cNvSpPr>
          <p:nvPr/>
        </p:nvSpPr>
        <p:spPr>
          <a:xfrm xmlns:a="http://schemas.openxmlformats.org/drawingml/2006/main">
            <a:off x="3562350" y="1809750"/>
            <a:ext cx="1333500" cy="1162050"/>
          </a:xfrm>
          <a:prstGeom xmlns:a="http://schemas.openxmlformats.org/drawingml/2006/main" prst="roundRect">
            <a:avLst>
              <a:gd name="adj" fmla="val 6557"/>
            </a:avLst>
          </a:prstGeom>
          <a:solidFill xmlns:a="http://schemas.openxmlformats.org/drawingml/2006/main">
            <a:srgbClr val="F3EBDD"/>
          </a:solidFill>
          <a:ln xmlns:a="http://schemas.openxmlformats.org/drawingml/2006/main" w="9525">
            <a:solidFill>
              <a:srgbClr val="E5B249"/>
            </a:solidFill>
          </a:ln>
        </p:spPr>
      </p:sp>
      <p:sp>
        <p:nvSpPr>
          <p:cNvPr id="19" name="">
            <a:extLst xmlns:a="http://schemas.openxmlformats.org/drawingml/2006/main">
              <a:ext uri="{FF2B5EF4-FFF2-40B4-BE49-F238E27FC236}">
                <a16:creationId xmlns:a16="http://schemas.microsoft.com/office/drawing/2014/main" id="{A6169F0A-96AE-4BFF-A835-A7A7122D41EB}"/>
              </a:ext>
            </a:extLst>
          </p:cNvPr>
          <p:cNvSpPr>
            <a:spLocks xmlns:a="http://schemas.openxmlformats.org/drawingml/2006/main" noGrp="1"/>
          </p:cNvSpPr>
          <p:nvPr/>
        </p:nvSpPr>
        <p:spPr>
          <a:xfrm xmlns:a="http://schemas.openxmlformats.org/drawingml/2006/main">
            <a:off x="3676650" y="1924050"/>
            <a:ext cx="3238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EEB595-98BB-470F-9186-A8BEC09CABFB}"/>
              </a:ext>
            </a:extLst>
          </p:cNvPr>
          <p:cNvSpPr>
            <a:spLocks xmlns:a="http://schemas.openxmlformats.org/drawingml/2006/main" noGrp="1"/>
          </p:cNvSpPr>
          <p:nvPr/>
        </p:nvSpPr>
        <p:spPr>
          <a:xfrm xmlns:a="http://schemas.openxmlformats.org/drawingml/2006/main">
            <a:off x="377190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06A2CBBC-0FB8-4303-9E76-954B0DFB77FB}"/>
              </a:ext>
            </a:extLst>
          </p:cNvPr>
          <p:cNvSpPr>
            <a:spLocks xmlns:a="http://schemas.openxmlformats.org/drawingml/2006/main" noGrp="1"/>
          </p:cNvSpPr>
          <p:nvPr/>
        </p:nvSpPr>
        <p:spPr>
          <a:xfrm xmlns:a="http://schemas.openxmlformats.org/drawingml/2006/main">
            <a:off x="369570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UNCERTAINTY</a:t>
            </a:r>
          </a:p>
        </p:txBody>
      </p:sp>
      <p:sp>
        <p:nvSpPr>
          <p:cNvPr id="22" name="">
            <a:extLst xmlns:a="http://schemas.openxmlformats.org/drawingml/2006/main">
              <a:ext uri="{FF2B5EF4-FFF2-40B4-BE49-F238E27FC236}">
                <a16:creationId xmlns:a16="http://schemas.microsoft.com/office/drawing/2014/main" id="{80788A0A-D0BE-4884-9EF8-1DB89123CE3E}"/>
              </a:ext>
            </a:extLst>
          </p:cNvPr>
          <p:cNvSpPr>
            <a:spLocks xmlns:a="http://schemas.openxmlformats.org/drawingml/2006/main" noGrp="1"/>
          </p:cNvSpPr>
          <p:nvPr/>
        </p:nvSpPr>
        <p:spPr>
          <a:xfrm xmlns:a="http://schemas.openxmlformats.org/drawingml/2006/main">
            <a:off x="367665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Spatial spread plus token confidence</a:t>
            </a:r>
          </a:p>
        </p:txBody>
      </p:sp>
      <p:sp>
        <p:nvSpPr>
          <p:cNvPr id="23" name="">
            <a:extLst xmlns:a="http://schemas.openxmlformats.org/drawingml/2006/main">
              <a:ext uri="{FF2B5EF4-FFF2-40B4-BE49-F238E27FC236}">
                <a16:creationId xmlns:a16="http://schemas.microsoft.com/office/drawing/2014/main" id="{6010631C-1403-4CFF-8273-20741DDF5B40}"/>
              </a:ext>
            </a:extLst>
          </p:cNvPr>
          <p:cNvSpPr>
            <a:spLocks xmlns:a="http://schemas.openxmlformats.org/drawingml/2006/main" noGrp="1"/>
          </p:cNvSpPr>
          <p:nvPr/>
        </p:nvSpPr>
        <p:spPr>
          <a:xfrm xmlns:a="http://schemas.openxmlformats.org/drawingml/2006/main">
            <a:off x="489585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C8DFEB4-A02A-4006-A5D8-8201C9C1BF1D}"/>
              </a:ext>
            </a:extLst>
          </p:cNvPr>
          <p:cNvSpPr>
            <a:spLocks xmlns:a="http://schemas.openxmlformats.org/drawingml/2006/main" noGrp="1"/>
          </p:cNvSpPr>
          <p:nvPr/>
        </p:nvSpPr>
        <p:spPr>
          <a:xfrm xmlns:a="http://schemas.openxmlformats.org/drawingml/2006/main">
            <a:off x="5038725" y="1809750"/>
            <a:ext cx="1333500" cy="1162050"/>
          </a:xfrm>
          <a:prstGeom xmlns:a="http://schemas.openxmlformats.org/drawingml/2006/main" prst="roundRect">
            <a:avLst>
              <a:gd name="adj" fmla="val 6557"/>
            </a:avLst>
          </a:prstGeom>
          <a:solidFill xmlns:a="http://schemas.openxmlformats.org/drawingml/2006/main">
            <a:srgbClr val="DDEFE7"/>
          </a:solidFill>
          <a:ln xmlns:a="http://schemas.openxmlformats.org/drawingml/2006/main" w="9525">
            <a:solidFill>
              <a:srgbClr val="18A875"/>
            </a:solidFill>
          </a:ln>
        </p:spPr>
      </p:sp>
      <p:sp>
        <p:nvSpPr>
          <p:cNvPr id="25" name="">
            <a:extLst xmlns:a="http://schemas.openxmlformats.org/drawingml/2006/main">
              <a:ext uri="{FF2B5EF4-FFF2-40B4-BE49-F238E27FC236}">
                <a16:creationId xmlns:a16="http://schemas.microsoft.com/office/drawing/2014/main" id="{E850AEB7-4609-46D4-8991-B5B862FBF720}"/>
              </a:ext>
            </a:extLst>
          </p:cNvPr>
          <p:cNvSpPr>
            <a:spLocks xmlns:a="http://schemas.openxmlformats.org/drawingml/2006/main" noGrp="1"/>
          </p:cNvSpPr>
          <p:nvPr/>
        </p:nvSpPr>
        <p:spPr>
          <a:xfrm xmlns:a="http://schemas.openxmlformats.org/drawingml/2006/main">
            <a:off x="5153025" y="1924050"/>
            <a:ext cx="3238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A5B1AF6-E505-4AFA-B6FB-0C572117C0B6}"/>
              </a:ext>
            </a:extLst>
          </p:cNvPr>
          <p:cNvSpPr>
            <a:spLocks xmlns:a="http://schemas.openxmlformats.org/drawingml/2006/main" noGrp="1"/>
          </p:cNvSpPr>
          <p:nvPr/>
        </p:nvSpPr>
        <p:spPr>
          <a:xfrm xmlns:a="http://schemas.openxmlformats.org/drawingml/2006/main">
            <a:off x="524827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7136996B-66DD-458F-A88A-079A9F939433}"/>
              </a:ext>
            </a:extLst>
          </p:cNvPr>
          <p:cNvSpPr>
            <a:spLocks xmlns:a="http://schemas.openxmlformats.org/drawingml/2006/main" noGrp="1"/>
          </p:cNvSpPr>
          <p:nvPr/>
        </p:nvSpPr>
        <p:spPr>
          <a:xfrm xmlns:a="http://schemas.openxmlformats.org/drawingml/2006/main">
            <a:off x="517207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ROUTE</a:t>
            </a:r>
          </a:p>
        </p:txBody>
      </p:sp>
      <p:sp>
        <p:nvSpPr>
          <p:cNvPr id="28" name="">
            <a:extLst xmlns:a="http://schemas.openxmlformats.org/drawingml/2006/main">
              <a:ext uri="{FF2B5EF4-FFF2-40B4-BE49-F238E27FC236}">
                <a16:creationId xmlns:a16="http://schemas.microsoft.com/office/drawing/2014/main" id="{9F957F81-3848-4614-90C5-E8DBB4270D71}"/>
              </a:ext>
            </a:extLst>
          </p:cNvPr>
          <p:cNvSpPr>
            <a:spLocks xmlns:a="http://schemas.openxmlformats.org/drawingml/2006/main" noGrp="1"/>
          </p:cNvSpPr>
          <p:nvPr/>
        </p:nvSpPr>
        <p:spPr>
          <a:xfrm xmlns:a="http://schemas.openxmlformats.org/drawingml/2006/main">
            <a:off x="515302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Tight: click</a:t>
            </a:r>
          </a:p>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Broad: crop</a:t>
            </a:r>
          </a:p>
        </p:txBody>
      </p:sp>
      <p:sp>
        <p:nvSpPr>
          <p:cNvPr id="29" name="">
            <a:extLst xmlns:a="http://schemas.openxmlformats.org/drawingml/2006/main">
              <a:ext uri="{FF2B5EF4-FFF2-40B4-BE49-F238E27FC236}">
                <a16:creationId xmlns:a16="http://schemas.microsoft.com/office/drawing/2014/main" id="{4B54B480-A1F0-45A5-BEDE-0C3D603E8CC9}"/>
              </a:ext>
            </a:extLst>
          </p:cNvPr>
          <p:cNvSpPr>
            <a:spLocks xmlns:a="http://schemas.openxmlformats.org/drawingml/2006/main" noGrp="1"/>
          </p:cNvSpPr>
          <p:nvPr/>
        </p:nvSpPr>
        <p:spPr>
          <a:xfrm xmlns:a="http://schemas.openxmlformats.org/drawingml/2006/main">
            <a:off x="637222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E810C81-007E-4C68-BCE8-2BF377152214}"/>
              </a:ext>
            </a:extLst>
          </p:cNvPr>
          <p:cNvSpPr>
            <a:spLocks xmlns:a="http://schemas.openxmlformats.org/drawingml/2006/main" noGrp="1"/>
          </p:cNvSpPr>
          <p:nvPr/>
        </p:nvSpPr>
        <p:spPr>
          <a:xfrm xmlns:a="http://schemas.openxmlformats.org/drawingml/2006/main">
            <a:off x="6515100" y="1809750"/>
            <a:ext cx="1333500" cy="1162050"/>
          </a:xfrm>
          <a:prstGeom xmlns:a="http://schemas.openxmlformats.org/drawingml/2006/main" prst="roundRect">
            <a:avLst>
              <a:gd name="adj" fmla="val 6557"/>
            </a:avLst>
          </a:prstGeom>
          <a:solidFill xmlns:a="http://schemas.openxmlformats.org/drawingml/2006/main">
            <a:srgbClr val="E9EDF1"/>
          </a:solidFill>
          <a:ln xmlns:a="http://schemas.openxmlformats.org/drawingml/2006/main" w="9525">
            <a:solidFill>
              <a:srgbClr val="1C2733"/>
            </a:solidFill>
          </a:ln>
        </p:spPr>
      </p:sp>
      <p:sp>
        <p:nvSpPr>
          <p:cNvPr id="31" name="">
            <a:extLst xmlns:a="http://schemas.openxmlformats.org/drawingml/2006/main">
              <a:ext uri="{FF2B5EF4-FFF2-40B4-BE49-F238E27FC236}">
                <a16:creationId xmlns:a16="http://schemas.microsoft.com/office/drawing/2014/main" id="{42D45DEF-4ED8-4384-85AE-FD625821FC7E}"/>
              </a:ext>
            </a:extLst>
          </p:cNvPr>
          <p:cNvSpPr>
            <a:spLocks xmlns:a="http://schemas.openxmlformats.org/drawingml/2006/main" noGrp="1"/>
          </p:cNvSpPr>
          <p:nvPr/>
        </p:nvSpPr>
        <p:spPr>
          <a:xfrm xmlns:a="http://schemas.openxmlformats.org/drawingml/2006/main">
            <a:off x="6629400" y="1924050"/>
            <a:ext cx="3238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E19DC7E-ECCC-4014-B8C9-2A9FF00CF548}"/>
              </a:ext>
            </a:extLst>
          </p:cNvPr>
          <p:cNvSpPr>
            <a:spLocks xmlns:a="http://schemas.openxmlformats.org/drawingml/2006/main" noGrp="1"/>
          </p:cNvSpPr>
          <p:nvPr/>
        </p:nvSpPr>
        <p:spPr>
          <a:xfrm xmlns:a="http://schemas.openxmlformats.org/drawingml/2006/main">
            <a:off x="67246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31B52735-862C-482F-BFE3-AC3723320C55}"/>
              </a:ext>
            </a:extLst>
          </p:cNvPr>
          <p:cNvSpPr>
            <a:spLocks xmlns:a="http://schemas.openxmlformats.org/drawingml/2006/main" noGrp="1"/>
          </p:cNvSpPr>
          <p:nvPr/>
        </p:nvSpPr>
        <p:spPr>
          <a:xfrm xmlns:a="http://schemas.openxmlformats.org/drawingml/2006/main">
            <a:off x="66484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REFINE</a:t>
            </a:r>
          </a:p>
        </p:txBody>
      </p:sp>
      <p:sp>
        <p:nvSpPr>
          <p:cNvPr id="34" name="">
            <a:extLst xmlns:a="http://schemas.openxmlformats.org/drawingml/2006/main">
              <a:ext uri="{FF2B5EF4-FFF2-40B4-BE49-F238E27FC236}">
                <a16:creationId xmlns:a16="http://schemas.microsoft.com/office/drawing/2014/main" id="{B7CF7432-6B3E-4304-BAAC-3036C30EA59E}"/>
              </a:ext>
            </a:extLst>
          </p:cNvPr>
          <p:cNvSpPr>
            <a:spLocks xmlns:a="http://schemas.openxmlformats.org/drawingml/2006/main" noGrp="1"/>
          </p:cNvSpPr>
          <p:nvPr/>
        </p:nvSpPr>
        <p:spPr>
          <a:xfrm xmlns:a="http://schemas.openxmlformats.org/drawingml/2006/main">
            <a:off x="66294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Raise resolution until stable or native</a:t>
            </a:r>
          </a:p>
        </p:txBody>
      </p:sp>
      <p:sp>
        <p:nvSpPr>
          <p:cNvPr id="35" name="">
            <a:extLst xmlns:a="http://schemas.openxmlformats.org/drawingml/2006/main">
              <a:ext uri="{FF2B5EF4-FFF2-40B4-BE49-F238E27FC236}">
                <a16:creationId xmlns:a16="http://schemas.microsoft.com/office/drawing/2014/main" id="{69755186-F175-412B-85DA-16897C51ACCE}"/>
              </a:ext>
            </a:extLst>
          </p:cNvPr>
          <p:cNvSpPr>
            <a:spLocks xmlns:a="http://schemas.openxmlformats.org/drawingml/2006/main" noGrp="1"/>
          </p:cNvSpPr>
          <p:nvPr/>
        </p:nvSpPr>
        <p:spPr>
          <a:xfrm xmlns:a="http://schemas.openxmlformats.org/drawingml/2006/main">
            <a:off x="609600" y="3200400"/>
            <a:ext cx="72390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164F7B23-67E2-4852-93CA-579A07A43479}"/>
              </a:ext>
            </a:extLst>
          </p:cNvPr>
          <p:cNvSpPr>
            <a:spLocks xmlns:a="http://schemas.openxmlformats.org/drawingml/2006/main" noGrp="1"/>
          </p:cNvSpPr>
          <p:nvPr/>
        </p:nvSpPr>
        <p:spPr>
          <a:xfrm xmlns:a="http://schemas.openxmlformats.org/drawingml/2006/main">
            <a:off x="838200" y="3409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RESEARCH WEDGE</a:t>
            </a:r>
          </a:p>
        </p:txBody>
      </p:sp>
      <p:sp>
        <p:nvSpPr>
          <p:cNvPr id="37" name="">
            <a:extLst xmlns:a="http://schemas.openxmlformats.org/drawingml/2006/main">
              <a:ext uri="{FF2B5EF4-FFF2-40B4-BE49-F238E27FC236}">
                <a16:creationId xmlns:a16="http://schemas.microsoft.com/office/drawing/2014/main" id="{D0987D17-9EAF-466D-8155-7EA445818A7D}"/>
              </a:ext>
            </a:extLst>
          </p:cNvPr>
          <p:cNvSpPr>
            <a:spLocks xmlns:a="http://schemas.openxmlformats.org/drawingml/2006/main" noGrp="1"/>
          </p:cNvSpPr>
          <p:nvPr/>
        </p:nvSpPr>
        <p:spPr>
          <a:xfrm xmlns:a="http://schemas.openxmlformats.org/drawingml/2006/main">
            <a:off x="838200" y="36957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097"/>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Deterministic beams are a cheap baseline, but the pilot shows false consensus.</a:t>
            </a:r>
          </a:p>
        </p:txBody>
      </p:sp>
      <p:sp>
        <p:nvSpPr>
          <p:cNvPr id="38" name="">
            <a:extLst xmlns:a="http://schemas.openxmlformats.org/drawingml/2006/main">
              <a:ext uri="{FF2B5EF4-FFF2-40B4-BE49-F238E27FC236}">
                <a16:creationId xmlns:a16="http://schemas.microsoft.com/office/drawing/2014/main" id="{D5249F34-0477-47CD-B774-72FD7C9B2790}"/>
              </a:ext>
            </a:extLst>
          </p:cNvPr>
          <p:cNvSpPr>
            <a:spLocks xmlns:a="http://schemas.openxmlformats.org/drawingml/2006/main" noGrp="1"/>
          </p:cNvSpPr>
          <p:nvPr/>
        </p:nvSpPr>
        <p:spPr>
          <a:xfrm xmlns:a="http://schemas.openxmlformats.org/drawingml/2006/main">
            <a:off x="838200" y="40576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Test temperature-sampled coordinates plus token confidence, then crop only uncertain cases. The target is a better accuracy–latency frontier for Holo 4B, without weight updates or hidden activations.</a:t>
            </a:r>
          </a:p>
        </p:txBody>
      </p:sp>
      <p:sp>
        <p:nvSpPr>
          <p:cNvPr id="39" name="">
            <a:extLst xmlns:a="http://schemas.openxmlformats.org/drawingml/2006/main">
              <a:ext uri="{FF2B5EF4-FFF2-40B4-BE49-F238E27FC236}">
                <a16:creationId xmlns:a16="http://schemas.microsoft.com/office/drawing/2014/main" id="{33CC4E47-3E33-4BD7-9D19-0F94D872B1DE}"/>
              </a:ext>
            </a:extLst>
          </p:cNvPr>
          <p:cNvSpPr>
            <a:spLocks xmlns:a="http://schemas.openxmlformats.org/drawingml/2006/main" noGrp="1"/>
          </p:cNvSpPr>
          <p:nvPr/>
        </p:nvSpPr>
        <p:spPr>
          <a:xfrm xmlns:a="http://schemas.openxmlformats.org/drawingml/2006/main">
            <a:off x="8134350" y="1524000"/>
            <a:ext cx="3448050" cy="3067050"/>
          </a:xfrm>
          <a:prstGeom xmlns:a="http://schemas.openxmlformats.org/drawingml/2006/main" prst="roundRect">
            <a:avLst>
              <a:gd name="adj" fmla="val 2484"/>
            </a:avLst>
          </a:prstGeom>
          <a:solidFill xmlns:a="http://schemas.openxmlformats.org/drawingml/2006/main">
            <a:srgbClr val="1C27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A0F3E0B-E38F-464D-80CD-F710374553E5}"/>
              </a:ext>
            </a:extLst>
          </p:cNvPr>
          <p:cNvSpPr>
            <a:spLocks xmlns:a="http://schemas.openxmlformats.org/drawingml/2006/main" noGrp="1"/>
          </p:cNvSpPr>
          <p:nvPr/>
        </p:nvSpPr>
        <p:spPr>
          <a:xfrm xmlns:a="http://schemas.openxmlformats.org/drawingml/2006/main">
            <a:off x="8382000" y="17335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LOCAL FEASIBILITY · n=2</a:t>
            </a:r>
          </a:p>
        </p:txBody>
      </p:sp>
      <p:sp>
        <p:nvSpPr>
          <p:cNvPr id="41" name="">
            <a:extLst xmlns:a="http://schemas.openxmlformats.org/drawingml/2006/main">
              <a:ext uri="{FF2B5EF4-FFF2-40B4-BE49-F238E27FC236}">
                <a16:creationId xmlns:a16="http://schemas.microsoft.com/office/drawing/2014/main" id="{DA59FDCE-23BB-4A15-AEFA-5C5340DBE292}"/>
              </a:ext>
            </a:extLst>
          </p:cNvPr>
          <p:cNvSpPr>
            <a:spLocks xmlns:a="http://schemas.openxmlformats.org/drawingml/2006/main" noGrp="1"/>
          </p:cNvSpPr>
          <p:nvPr/>
        </p:nvSpPr>
        <p:spPr>
          <a:xfrm xmlns:a="http://schemas.openxmlformats.org/drawingml/2006/main">
            <a:off x="8382000" y="1981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9"/>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Quarter-resolution deterministic beams</a:t>
            </a:r>
          </a:p>
        </p:txBody>
      </p:sp>
      <p:sp>
        <p:nvSpPr>
          <p:cNvPr id="42" name="">
            <a:extLst xmlns:a="http://schemas.openxmlformats.org/drawingml/2006/main">
              <a:ext uri="{FF2B5EF4-FFF2-40B4-BE49-F238E27FC236}">
                <a16:creationId xmlns:a16="http://schemas.microsoft.com/office/drawing/2014/main" id="{6C9C27A8-9AC6-4524-AE8C-00145B58369E}"/>
              </a:ext>
            </a:extLst>
          </p:cNvPr>
          <p:cNvSpPr>
            <a:spLocks xmlns:a="http://schemas.openxmlformats.org/drawingml/2006/main" noGrp="1"/>
          </p:cNvSpPr>
          <p:nvPr/>
        </p:nvSpPr>
        <p:spPr>
          <a:xfrm xmlns:a="http://schemas.openxmlformats.org/drawingml/2006/main">
            <a:off x="8382000" y="23812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KNOWN HIT</a:t>
            </a:r>
          </a:p>
        </p:txBody>
      </p:sp>
      <p:sp>
        <p:nvSpPr>
          <p:cNvPr id="43" name="">
            <a:extLst xmlns:a="http://schemas.openxmlformats.org/drawingml/2006/main">
              <a:ext uri="{FF2B5EF4-FFF2-40B4-BE49-F238E27FC236}">
                <a16:creationId xmlns:a16="http://schemas.microsoft.com/office/drawing/2014/main" id="{7D89BB64-8B41-4EDA-90FA-C3963993ECFD}"/>
              </a:ext>
            </a:extLst>
          </p:cNvPr>
          <p:cNvSpPr>
            <a:spLocks xmlns:a="http://schemas.openxmlformats.org/drawingml/2006/main" noGrp="1"/>
          </p:cNvSpPr>
          <p:nvPr/>
        </p:nvSpPr>
        <p:spPr>
          <a:xfrm xmlns:a="http://schemas.openxmlformats.org/drawingml/2006/main">
            <a:off x="8382000" y="25908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2.55 spread</a:t>
            </a:r>
          </a:p>
        </p:txBody>
      </p:sp>
      <p:sp>
        <p:nvSpPr>
          <p:cNvPr id="44" name="">
            <a:extLst xmlns:a="http://schemas.openxmlformats.org/drawingml/2006/main">
              <a:ext uri="{FF2B5EF4-FFF2-40B4-BE49-F238E27FC236}">
                <a16:creationId xmlns:a16="http://schemas.microsoft.com/office/drawing/2014/main" id="{A7A8F9A1-74B1-48A7-A453-FE93239ACB82}"/>
              </a:ext>
            </a:extLst>
          </p:cNvPr>
          <p:cNvSpPr>
            <a:spLocks xmlns:a="http://schemas.openxmlformats.org/drawingml/2006/main" noGrp="1"/>
          </p:cNvSpPr>
          <p:nvPr/>
        </p:nvSpPr>
        <p:spPr>
          <a:xfrm xmlns:a="http://schemas.openxmlformats.org/drawingml/2006/main">
            <a:off x="9848850" y="26479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BDE7D8"/>
                </a:solidFill>
                <a:latin typeface="Helvetica Neue"/>
                <a:ea typeface="Helvetica Neue"/>
                <a:cs typeface="Helvetica Neue"/>
              </a:defRPr>
            </a:pPr>
            <a:r>
              <a:rPr sz="975" b="0">
                <a:solidFill>
                  <a:srgbClr val="BDE7D8"/>
                </a:solidFill>
                <a:latin typeface="Helvetica Neue"/>
                <a:ea typeface="Helvetica Neue"/>
                <a:cs typeface="Helvetica Neue"/>
              </a:rPr>
              <a:t>4/4 beams hit</a:t>
            </a:r>
          </a:p>
        </p:txBody>
      </p:sp>
      <p:sp>
        <p:nvSpPr>
          <p:cNvPr id="45" name="">
            <a:extLst xmlns:a="http://schemas.openxmlformats.org/drawingml/2006/main">
              <a:ext uri="{FF2B5EF4-FFF2-40B4-BE49-F238E27FC236}">
                <a16:creationId xmlns:a16="http://schemas.microsoft.com/office/drawing/2014/main" id="{615A96C7-1BE8-4468-8375-2D398B9F4856}"/>
              </a:ext>
            </a:extLst>
          </p:cNvPr>
          <p:cNvSpPr>
            <a:spLocks xmlns:a="http://schemas.openxmlformats.org/drawingml/2006/main" noGrp="1"/>
          </p:cNvSpPr>
          <p:nvPr/>
        </p:nvSpPr>
        <p:spPr>
          <a:xfrm xmlns:a="http://schemas.openxmlformats.org/drawingml/2006/main">
            <a:off x="8382000" y="299085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2AA348F-FDB5-461C-AB2C-40A81448DEC2}"/>
              </a:ext>
            </a:extLst>
          </p:cNvPr>
          <p:cNvSpPr>
            <a:spLocks xmlns:a="http://schemas.openxmlformats.org/drawingml/2006/main" noGrp="1"/>
          </p:cNvSpPr>
          <p:nvPr/>
        </p:nvSpPr>
        <p:spPr>
          <a:xfrm xmlns:a="http://schemas.openxmlformats.org/drawingml/2006/main">
            <a:off x="8382000" y="31813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KNOWN MISS</a:t>
            </a:r>
          </a:p>
        </p:txBody>
      </p:sp>
      <p:sp>
        <p:nvSpPr>
          <p:cNvPr id="47" name="">
            <a:extLst xmlns:a="http://schemas.openxmlformats.org/drawingml/2006/main">
              <a:ext uri="{FF2B5EF4-FFF2-40B4-BE49-F238E27FC236}">
                <a16:creationId xmlns:a16="http://schemas.microsoft.com/office/drawing/2014/main" id="{F2B49217-D872-4606-A873-3B4072841882}"/>
              </a:ext>
            </a:extLst>
          </p:cNvPr>
          <p:cNvSpPr>
            <a:spLocks xmlns:a="http://schemas.openxmlformats.org/drawingml/2006/main" noGrp="1"/>
          </p:cNvSpPr>
          <p:nvPr/>
        </p:nvSpPr>
        <p:spPr>
          <a:xfrm xmlns:a="http://schemas.openxmlformats.org/drawingml/2006/main">
            <a:off x="8382000" y="3390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1.12 spread</a:t>
            </a:r>
          </a:p>
        </p:txBody>
      </p:sp>
      <p:sp>
        <p:nvSpPr>
          <p:cNvPr id="48" name="">
            <a:extLst xmlns:a="http://schemas.openxmlformats.org/drawingml/2006/main">
              <a:ext uri="{FF2B5EF4-FFF2-40B4-BE49-F238E27FC236}">
                <a16:creationId xmlns:a16="http://schemas.microsoft.com/office/drawing/2014/main" id="{BB608B7B-304B-42F9-9F4D-95EC4BC23F14}"/>
              </a:ext>
            </a:extLst>
          </p:cNvPr>
          <p:cNvSpPr>
            <a:spLocks xmlns:a="http://schemas.openxmlformats.org/drawingml/2006/main" noGrp="1"/>
          </p:cNvSpPr>
          <p:nvPr/>
        </p:nvSpPr>
        <p:spPr>
          <a:xfrm xmlns:a="http://schemas.openxmlformats.org/drawingml/2006/main">
            <a:off x="9848850" y="34480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F6B9AA"/>
                </a:solidFill>
                <a:latin typeface="Helvetica Neue"/>
                <a:ea typeface="Helvetica Neue"/>
                <a:cs typeface="Helvetica Neue"/>
              </a:defRPr>
            </a:pPr>
            <a:r>
              <a:rPr sz="975" b="0">
                <a:solidFill>
                  <a:srgbClr val="F6B9AA"/>
                </a:solidFill>
                <a:latin typeface="Helvetica Neue"/>
                <a:ea typeface="Helvetica Neue"/>
                <a:cs typeface="Helvetica Neue"/>
              </a:rPr>
              <a:t>0/4 beams hit</a:t>
            </a:r>
          </a:p>
        </p:txBody>
      </p:sp>
      <p:sp>
        <p:nvSpPr>
          <p:cNvPr id="49" name="">
            <a:extLst xmlns:a="http://schemas.openxmlformats.org/drawingml/2006/main">
              <a:ext uri="{FF2B5EF4-FFF2-40B4-BE49-F238E27FC236}">
                <a16:creationId xmlns:a16="http://schemas.microsoft.com/office/drawing/2014/main" id="{C384E482-668B-4820-9491-6D5CBE664B91}"/>
              </a:ext>
            </a:extLst>
          </p:cNvPr>
          <p:cNvSpPr>
            <a:spLocks xmlns:a="http://schemas.openxmlformats.org/drawingml/2006/main" noGrp="1"/>
          </p:cNvSpPr>
          <p:nvPr/>
        </p:nvSpPr>
        <p:spPr>
          <a:xfrm xmlns:a="http://schemas.openxmlformats.org/drawingml/2006/main">
            <a:off x="8382000" y="3810000"/>
            <a:ext cx="2857500" cy="514350"/>
          </a:xfrm>
          <a:prstGeom xmlns:a="http://schemas.openxmlformats.org/drawingml/2006/main" prst="roundRect">
            <a:avLst>
              <a:gd name="adj" fmla="val 14815"/>
            </a:avLst>
          </a:prstGeom>
          <a:solidFill xmlns:a="http://schemas.openxmlformats.org/drawingml/2006/main">
            <a:srgbClr val="F05A3C"/>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8048B57-A1CA-491A-8787-75B443731FBF}"/>
              </a:ext>
            </a:extLst>
          </p:cNvPr>
          <p:cNvSpPr>
            <a:spLocks xmlns:a="http://schemas.openxmlformats.org/drawingml/2006/main" noGrp="1"/>
          </p:cNvSpPr>
          <p:nvPr/>
        </p:nvSpPr>
        <p:spPr>
          <a:xfrm xmlns:a="http://schemas.openxmlformats.org/drawingml/2006/main">
            <a:off x="8515350" y="3924300"/>
            <a:ext cx="259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957"/>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wrong case clustered more tightly.</a:t>
            </a:r>
          </a:p>
        </p:txBody>
      </p:sp>
      <p:sp>
        <p:nvSpPr>
          <p:cNvPr id="51" name="">
            <a:extLst xmlns:a="http://schemas.openxmlformats.org/drawingml/2006/main">
              <a:ext uri="{FF2B5EF4-FFF2-40B4-BE49-F238E27FC236}">
                <a16:creationId xmlns:a16="http://schemas.microsoft.com/office/drawing/2014/main" id="{93A8CE14-596D-4E35-B43E-5EF021629D00}"/>
              </a:ext>
            </a:extLst>
          </p:cNvPr>
          <p:cNvSpPr>
            <a:spLocks xmlns:a="http://schemas.openxmlformats.org/drawingml/2006/main" noGrp="1"/>
          </p:cNvSpPr>
          <p:nvPr/>
        </p:nvSpPr>
        <p:spPr>
          <a:xfrm xmlns:a="http://schemas.openxmlformats.org/drawingml/2006/main">
            <a:off x="6096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HYPOTHESIS</a:t>
            </a:r>
          </a:p>
        </p:txBody>
      </p:sp>
      <p:sp>
        <p:nvSpPr>
          <p:cNvPr id="52" name="">
            <a:extLst xmlns:a="http://schemas.openxmlformats.org/drawingml/2006/main">
              <a:ext uri="{FF2B5EF4-FFF2-40B4-BE49-F238E27FC236}">
                <a16:creationId xmlns:a16="http://schemas.microsoft.com/office/drawing/2014/main" id="{E5F898ED-A3B0-4547-A3C2-9C00B105C144}"/>
              </a:ext>
            </a:extLst>
          </p:cNvPr>
          <p:cNvSpPr>
            <a:spLocks xmlns:a="http://schemas.openxmlformats.org/drawingml/2006/main" noGrp="1"/>
          </p:cNvSpPr>
          <p:nvPr/>
        </p:nvSpPr>
        <p:spPr>
          <a:xfrm xmlns:a="http://schemas.openxmlformats.org/drawingml/2006/main">
            <a:off x="6096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Adaptive routing recovers low-resolution misses while skipping a second pass on easy cases.</a:t>
            </a:r>
          </a:p>
        </p:txBody>
      </p:sp>
      <p:sp>
        <p:nvSpPr>
          <p:cNvPr id="53" name="">
            <a:extLst xmlns:a="http://schemas.openxmlformats.org/drawingml/2006/main">
              <a:ext uri="{FF2B5EF4-FFF2-40B4-BE49-F238E27FC236}">
                <a16:creationId xmlns:a16="http://schemas.microsoft.com/office/drawing/2014/main" id="{B5C85462-9562-4545-861B-A01174223A14}"/>
              </a:ext>
            </a:extLst>
          </p:cNvPr>
          <p:cNvSpPr>
            <a:spLocks xmlns:a="http://schemas.openxmlformats.org/drawingml/2006/main" noGrp="1"/>
          </p:cNvSpPr>
          <p:nvPr/>
        </p:nvSpPr>
        <p:spPr>
          <a:xfrm xmlns:a="http://schemas.openxmlformats.org/drawingml/2006/main">
            <a:off x="436245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EVALUATION</a:t>
            </a:r>
          </a:p>
        </p:txBody>
      </p:sp>
      <p:sp>
        <p:nvSpPr>
          <p:cNvPr id="54" name="">
            <a:extLst xmlns:a="http://schemas.openxmlformats.org/drawingml/2006/main">
              <a:ext uri="{FF2B5EF4-FFF2-40B4-BE49-F238E27FC236}">
                <a16:creationId xmlns:a16="http://schemas.microsoft.com/office/drawing/2014/main" id="{D05667C6-0F31-4CE7-985D-2489D6EC26CF}"/>
              </a:ext>
            </a:extLst>
          </p:cNvPr>
          <p:cNvSpPr>
            <a:spLocks xmlns:a="http://schemas.openxmlformats.org/drawingml/2006/main" noGrp="1"/>
          </p:cNvSpPr>
          <p:nvPr/>
        </p:nvSpPr>
        <p:spPr>
          <a:xfrm xmlns:a="http://schemas.openxmlformats.org/drawingml/2006/main">
            <a:off x="436245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Strict click accuracy against pixels processed and p50/p95 latency on the 36-case native-success cohort.</a:t>
            </a:r>
          </a:p>
        </p:txBody>
      </p:sp>
      <p:sp>
        <p:nvSpPr>
          <p:cNvPr id="55" name="">
            <a:extLst xmlns:a="http://schemas.openxmlformats.org/drawingml/2006/main">
              <a:ext uri="{FF2B5EF4-FFF2-40B4-BE49-F238E27FC236}">
                <a16:creationId xmlns:a16="http://schemas.microsoft.com/office/drawing/2014/main" id="{3BDA4AFB-5DF7-4ADB-AD93-5042B90A2B92}"/>
              </a:ext>
            </a:extLst>
          </p:cNvPr>
          <p:cNvSpPr>
            <a:spLocks xmlns:a="http://schemas.openxmlformats.org/drawingml/2006/main" noGrp="1"/>
          </p:cNvSpPr>
          <p:nvPr/>
        </p:nvSpPr>
        <p:spPr>
          <a:xfrm xmlns:a="http://schemas.openxmlformats.org/drawingml/2006/main">
            <a:off x="81153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BASELINES</a:t>
            </a:r>
          </a:p>
        </p:txBody>
      </p:sp>
      <p:sp>
        <p:nvSpPr>
          <p:cNvPr id="56" name="">
            <a:extLst xmlns:a="http://schemas.openxmlformats.org/drawingml/2006/main">
              <a:ext uri="{FF2B5EF4-FFF2-40B4-BE49-F238E27FC236}">
                <a16:creationId xmlns:a16="http://schemas.microsoft.com/office/drawing/2014/main" id="{BA2848B7-2173-4F81-804E-194E6CFF9899}"/>
              </a:ext>
            </a:extLst>
          </p:cNvPr>
          <p:cNvSpPr>
            <a:spLocks xmlns:a="http://schemas.openxmlformats.org/drawingml/2006/main" noGrp="1"/>
          </p:cNvSpPr>
          <p:nvPr/>
        </p:nvSpPr>
        <p:spPr>
          <a:xfrm xmlns:a="http://schemas.openxmlformats.org/drawingml/2006/main">
            <a:off x="81153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Quarter and native single pass, fixed two-pass zoom, deterministic beams, and stochastic uncertainty gating.</a:t>
            </a:r>
          </a:p>
        </p:txBody>
      </p:sp>
      <p:sp>
        <p:nvSpPr>
          <p:cNvPr id="57" name="">
            <a:extLst xmlns:a="http://schemas.openxmlformats.org/drawingml/2006/main">
              <a:ext uri="{FF2B5EF4-FFF2-40B4-BE49-F238E27FC236}">
                <a16:creationId xmlns:a16="http://schemas.microsoft.com/office/drawing/2014/main" id="{AD4DDAF3-EC00-4B3C-A7E7-BC1648627675}"/>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oundRect">
            <a:avLst>
              <a:gd name="adj" fmla="val 25000"/>
            </a:avLst>
          </a:prstGeom>
          <a:solidFill xmlns:a="http://schemas.openxmlformats.org/drawingml/2006/main">
            <a:srgbClr val="1C2733"/>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BC2604D-CF6E-4158-BB7F-F6D5A4F53350}"/>
              </a:ext>
            </a:extLst>
          </p:cNvPr>
          <p:cNvSpPr>
            <a:spLocks xmlns:a="http://schemas.openxmlformats.org/drawingml/2006/main" noGrp="1"/>
          </p:cNvSpPr>
          <p:nvPr/>
        </p:nvSpPr>
        <p:spPr>
          <a:xfrm xmlns:a="http://schemas.openxmlformats.org/drawingml/2006/main">
            <a:off x="800100" y="6067425"/>
            <a:ext cx="10591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Adjacent to AutoFocus, UI-Zoomer, and ZoomClick · Holo-specific test of cheap beams, calibrated routing, and latency</a:t>
            </a:r>
          </a:p>
        </p:txBody>
      </p:sp>
      <p:sp>
        <p:nvSpPr>
          <p:cNvPr id="59" name="">
            <a:extLst xmlns:a="http://schemas.openxmlformats.org/drawingml/2006/main">
              <a:ext uri="{FF2B5EF4-FFF2-40B4-BE49-F238E27FC236}">
                <a16:creationId xmlns:a16="http://schemas.microsoft.com/office/drawing/2014/main" id="{D16DFC95-8B68-48B8-B98F-0DA80FC5CFF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9C416DFA-A5F1-4005-8FB4-22A7953B07E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End of main deck. Two-case pilot tests feasibility, not benchmark accuracy or calibration.</a:t>
            </a:r>
          </a:p>
        </p:txBody>
      </p:sp>
    </p:spTree>
    <p:extLst>
      <p:ext uri="{BB962C8B-B14F-4D97-AF65-F5344CB8AC3E}">
        <p14:creationId xmlns:p14="http://schemas.microsoft.com/office/powerpoint/2010/main" val="72102613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16CCBBF-B9FF-4E86-B00A-FD7DDAD9369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F204335A-1BAE-42BE-AE1D-1D160E108B9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C6DEC391-F76B-4D1C-93C1-0CD054313E9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FD31DA69-8F3A-4D1B-A879-8F7EAD062BA6}"/>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828248E5-555A-4E36-8510-51B7B8ECF684}"/>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364F7F04-1242-42B1-A17D-9448C5608DC3}"/>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FCF21C-B4E4-404A-9993-0C994C406A29}"/>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0EA8CB5A-E0C9-402A-9CAB-7A68E4DDAABC}"/>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13BA3FE3-54D0-4152-9547-C76C162601F8}"/>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C8907C-1AA9-4989-BB9E-CE1F8379058B}"/>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18EA14AF-7540-4FD4-A0AD-9F2C7C6CA262}"/>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6CDE3697-1776-415B-896C-E0D9F3DCE65D}"/>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98888C81-80F3-4CC3-8819-0AD1339E340A}"/>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DBD06B-608E-44B9-999D-457FDE820C95}"/>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A23B562-4E29-4736-B770-7105722EF3EC}"/>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2580D469-DCB8-44B1-B29F-562416D28577}"/>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1FE086-77C8-49D1-957E-B9A3CBC3A82B}"/>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F0AAD0F7-5B85-4933-A050-2C0528C3E236}"/>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68EF1835-D414-42AC-A9B5-947B846E0722}"/>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B9D93656-BC3A-4C3F-80A4-6FD4998B01E7}"/>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082A201-2B11-436F-811D-A3E7F3DCF4E5}"/>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8416D943-777F-4532-8807-35CC7B59AADE}"/>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69AA950C-9DFC-41F1-B8CC-7BBEA04FB420}"/>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B8D4C6B-41CC-4C29-905D-AB5A682D12B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BDDCECC9-12FB-44E3-AE6E-D69436727E37}"/>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180004F9-EFA5-461D-9BF8-229883BF1893}"/>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DF05C639-DD59-4CE9-9FDE-9A7A7F9B5451}"/>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BB80B00-CAF2-4581-BE4B-55BC73F807D8}"/>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85C8B5A2-E0BC-441C-8BBB-61F1A437C98C}"/>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11D466A1-37DA-4DF2-802D-F7F01A84DAE7}"/>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02CF0D79-2DED-46E8-8B8B-947114E5E1D3}"/>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3E865EE7-5E10-421D-B6FC-F0FA92F22754}"/>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2645346F-841A-4ED6-B063-646C275B00AD}"/>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9DB1CF1C-28C4-4079-927C-C3EBAF7FCAC5}"/>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3B2CA902-6A5B-42A3-8D57-1E1636167FA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BF8B1D3-E64A-429C-A4AC-CB691015081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218095372"/>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ED058F-C731-4993-8396-9EFA3F5DEE0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C15A9B67-EF27-432C-B1F8-E51F6E248E7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A8049D9-BD42-4062-BC0C-81440B1B740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F1414CE3-2631-4AAD-84E3-099877B55A9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4B8AD165-8AA4-4FEC-AF66-9825DF540C2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46F0AC-B742-4CF5-9CAA-956415159DE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801272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2026-09-22T15:38:39.8740000Z</dcterms:created>
  <dcterms:modified xsi:type="dcterms:W3CDTF">2026-09-22T15:38:39.8740000Z</dcterms:modified>
</coreProperties>
</file>