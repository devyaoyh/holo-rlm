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82e4f5a3b74291" /><Relationship Type="http://schemas.openxmlformats.org/officeDocument/2006/relationships/extended-properties" Target="/docProps/app.xml" Id="Rc91e108e3642465e" /><Relationship Type="http://schemas.openxmlformats.org/officeDocument/2006/relationships/officeDocument" Target="/ppt/presentation.xml" Id="R914e60be69104fee" /></Relationships>
</file>

<file path=ppt/presentation.xml><?xml version="1.0" encoding="utf-8"?>
<p:presentation xmlns:p="http://schemas.openxmlformats.org/presentationml/2006/main">
  <p:sldMasterIdLst>
    <p:sldMasterId xmlns:r="http://schemas.openxmlformats.org/officeDocument/2006/relationships" id="2147483648" r:id="R0cb895d45e9c49f9"/>
  </p:sldMasterIdLst>
  <p:notesMasterIdLst>
    <p:notesMasterId xmlns:r="http://schemas.openxmlformats.org/officeDocument/2006/relationships" r:id="R30be6ed5b1174a82"/>
  </p:notesMasterIdLst>
  <p:sldIdLst>
    <p:sldId xmlns:r="http://schemas.openxmlformats.org/officeDocument/2006/relationships" id="256" r:id="R9a7a720a1cdf4025"/>
    <p:sldId xmlns:r="http://schemas.openxmlformats.org/officeDocument/2006/relationships" id="257" r:id="R682c8ecb1df04e99"/>
    <p:sldId xmlns:r="http://schemas.openxmlformats.org/officeDocument/2006/relationships" id="258" r:id="R732178bedc934b82"/>
    <p:sldId xmlns:r="http://schemas.openxmlformats.org/officeDocument/2006/relationships" id="259" r:id="R77ab485cf0ce4390"/>
    <p:sldId xmlns:r="http://schemas.openxmlformats.org/officeDocument/2006/relationships" id="260" r:id="R1b1337adb4c74df0"/>
    <p:sldId xmlns:r="http://schemas.openxmlformats.org/officeDocument/2006/relationships" id="261" r:id="R5f55e7f2d6e9416a"/>
    <p:sldId xmlns:r="http://schemas.openxmlformats.org/officeDocument/2006/relationships" id="262" r:id="R770546558b1544d9"/>
    <p:sldId xmlns:r="http://schemas.openxmlformats.org/officeDocument/2006/relationships" id="263" r:id="R686f4895fec64a30"/>
    <p:sldId xmlns:r="http://schemas.openxmlformats.org/officeDocument/2006/relationships" id="264" r:id="R61c8935e5ff048bc"/>
    <p:sldId xmlns:r="http://schemas.openxmlformats.org/officeDocument/2006/relationships" id="265" r:id="R594adb7c4f11438a"/>
    <p:sldId xmlns:r="http://schemas.openxmlformats.org/officeDocument/2006/relationships" id="266" r:id="R3fa04439fda7433e"/>
    <p:sldId xmlns:r="http://schemas.openxmlformats.org/officeDocument/2006/relationships" id="267" r:id="Rc42ff4ed3ca84adf"/>
    <p:sldId xmlns:r="http://schemas.openxmlformats.org/officeDocument/2006/relationships" id="268" r:id="Red8f285342a54a27"/>
    <p:sldId xmlns:r="http://schemas.openxmlformats.org/officeDocument/2006/relationships" id="269" r:id="Rfa23da0f5f8841b4"/>
    <p:sldId xmlns:r="http://schemas.openxmlformats.org/officeDocument/2006/relationships" id="270" r:id="R28c0f9f016a04979"/>
    <p:sldId xmlns:r="http://schemas.openxmlformats.org/officeDocument/2006/relationships" id="271" r:id="R5ae50c3259e247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74700836ad4022" /><Relationship Type="http://schemas.openxmlformats.org/officeDocument/2006/relationships/slideMaster" Target="/ppt/slideMasters/slideMaster1.xml" Id="R0cb895d45e9c49f9" /><Relationship Type="http://schemas.openxmlformats.org/officeDocument/2006/relationships/notesMaster" Target="/ppt/notesMasters/notesMaster1.xml" Id="R30be6ed5b1174a82" /><Relationship Type="http://schemas.openxmlformats.org/officeDocument/2006/relationships/presProps" Target="/ppt/presProps.xml" Id="R4e3dc1591d034d75" /><Relationship Type="http://schemas.openxmlformats.org/officeDocument/2006/relationships/tableStyles" Target="/ppt/tableStyles.xml" Id="R3b71bcdbd45d4bb0" /><Relationship Type="http://schemas.openxmlformats.org/officeDocument/2006/relationships/slide" Target="/ppt/slides/slide1.xml" Id="R9a7a720a1cdf4025" /><Relationship Type="http://schemas.openxmlformats.org/officeDocument/2006/relationships/slide" Target="/ppt/slides/slide2.xml" Id="R682c8ecb1df04e99" /><Relationship Type="http://schemas.openxmlformats.org/officeDocument/2006/relationships/slide" Target="/ppt/slides/slide3.xml" Id="R732178bedc934b82" /><Relationship Type="http://schemas.openxmlformats.org/officeDocument/2006/relationships/slide" Target="/ppt/slides/slide4.xml" Id="R77ab485cf0ce4390" /><Relationship Type="http://schemas.openxmlformats.org/officeDocument/2006/relationships/slide" Target="/ppt/slides/slide5.xml" Id="R1b1337adb4c74df0" /><Relationship Type="http://schemas.openxmlformats.org/officeDocument/2006/relationships/slide" Target="/ppt/slides/slide6.xml" Id="R5f55e7f2d6e9416a" /><Relationship Type="http://schemas.openxmlformats.org/officeDocument/2006/relationships/slide" Target="/ppt/slides/slide7.xml" Id="R770546558b1544d9" /><Relationship Type="http://schemas.openxmlformats.org/officeDocument/2006/relationships/slide" Target="/ppt/slides/slide8.xml" Id="R686f4895fec64a30" /><Relationship Type="http://schemas.openxmlformats.org/officeDocument/2006/relationships/slide" Target="/ppt/slides/slide9.xml" Id="R61c8935e5ff048bc" /><Relationship Type="http://schemas.openxmlformats.org/officeDocument/2006/relationships/slide" Target="/ppt/slides/slide10.xml" Id="R594adb7c4f11438a" /><Relationship Type="http://schemas.openxmlformats.org/officeDocument/2006/relationships/slide" Target="/ppt/slides/slide11.xml" Id="R3fa04439fda7433e" /><Relationship Type="http://schemas.openxmlformats.org/officeDocument/2006/relationships/slide" Target="/ppt/slides/slide12.xml" Id="Rc42ff4ed3ca84adf" /><Relationship Type="http://schemas.openxmlformats.org/officeDocument/2006/relationships/slide" Target="/ppt/slides/slide13.xml" Id="Red8f285342a54a27" /><Relationship Type="http://schemas.openxmlformats.org/officeDocument/2006/relationships/slide" Target="/ppt/slides/slide14.xml" Id="Rfa23da0f5f8841b4" /><Relationship Type="http://schemas.openxmlformats.org/officeDocument/2006/relationships/slide" Target="/ppt/slides/slide15.xml" Id="R28c0f9f016a04979" /><Relationship Type="http://schemas.openxmlformats.org/officeDocument/2006/relationships/slide" Target="/ppt/slides/slide16.xml" Id="R5ae50c3259e247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d937613a1c44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a850d5ce8c415e" /><Relationship Type="http://schemas.openxmlformats.org/officeDocument/2006/relationships/notesMaster" Target="/ppt/notesMasters/notesMaster1.xml" Id="R04d612294b1240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d511c7fc0d4a08" /><Relationship Type="http://schemas.openxmlformats.org/officeDocument/2006/relationships/notesMaster" Target="/ppt/notesMasters/notesMaster1.xml" Id="R40b20c2bfe5546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4faec0d3704843" /><Relationship Type="http://schemas.openxmlformats.org/officeDocument/2006/relationships/notesMaster" Target="/ppt/notesMasters/notesMaster1.xml" Id="R4223d3ee84cd43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7a0f0b72ab4e62" /><Relationship Type="http://schemas.openxmlformats.org/officeDocument/2006/relationships/notesMaster" Target="/ppt/notesMasters/notesMaster1.xml" Id="R8460734684824c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4944c4c9964aa8" /><Relationship Type="http://schemas.openxmlformats.org/officeDocument/2006/relationships/notesMaster" Target="/ppt/notesMasters/notesMaster1.xml" Id="Rbfc33655a0474a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dac74c76164a3a" /><Relationship Type="http://schemas.openxmlformats.org/officeDocument/2006/relationships/notesMaster" Target="/ppt/notesMasters/notesMaster1.xml" Id="Rf37d04c1f89242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160ce9439b40f3" /><Relationship Type="http://schemas.openxmlformats.org/officeDocument/2006/relationships/notesMaster" Target="/ppt/notesMasters/notesMaster1.xml" Id="Rf79764beeb3247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5a3af69e0e4af7" /><Relationship Type="http://schemas.openxmlformats.org/officeDocument/2006/relationships/notesMaster" Target="/ppt/notesMasters/notesMaster1.xml" Id="Redac855cb1f349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46fa8f23ab45eb" /><Relationship Type="http://schemas.openxmlformats.org/officeDocument/2006/relationships/notesMaster" Target="/ppt/notesMasters/notesMaster1.xml" Id="Rc3103746b12b49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ab68f404f54f02" /><Relationship Type="http://schemas.openxmlformats.org/officeDocument/2006/relationships/notesMaster" Target="/ppt/notesMasters/notesMaster1.xml" Id="R4ca12376702c47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e3cff7cdfe4622" /><Relationship Type="http://schemas.openxmlformats.org/officeDocument/2006/relationships/notesMaster" Target="/ppt/notesMasters/notesMaster1.xml" Id="R890ae1e9143c46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42a44c2f14dac" /><Relationship Type="http://schemas.openxmlformats.org/officeDocument/2006/relationships/notesMaster" Target="/ppt/notesMasters/notesMaster1.xml" Id="Rbf45b59a45684a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a930888e694f39" /><Relationship Type="http://schemas.openxmlformats.org/officeDocument/2006/relationships/notesMaster" Target="/ppt/notesMasters/notesMaster1.xml" Id="R5b0f03a05f314a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bca9117e3e4f13" /><Relationship Type="http://schemas.openxmlformats.org/officeDocument/2006/relationships/notesMaster" Target="/ppt/notesMasters/notesMaster1.xml" Id="R3ec9fdf6b69445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b6eba9d8614859" /><Relationship Type="http://schemas.openxmlformats.org/officeDocument/2006/relationships/notesMaster" Target="/ppt/notesMasters/notesMaster1.xml" Id="R95c09897ec8447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fe6135689b4603" /><Relationship Type="http://schemas.openxmlformats.org/officeDocument/2006/relationships/notesMaster" Target="/ppt/notesMasters/notesMaster1.xml" Id="Rb9ff0993db7049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By its third response, Qwen records €166 as the lowest observed price, but it spends the fourth action scrolling again and reaches the cap without clicking. This supports a stopping and action-readout hypothesis within one case, not a checkpoint accuracy claim. The visual uses a separately traced Holo replicate on the same fixture: two scrolls followed by click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9:20–10:20 — Synthesize the evidence before the proposal.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both checkpoints record €166 as the lowest observed price. Holo terminates with the correct click after two scrolls, while Qwen spends all four actions scrolling. This one case motivates a stopping and action-readout hypothesis but does not estimate checkpoint accuracy. The causal panel adds the strongest model-comparison evidence: Holo develops a more recoverable Layer 15 coordinate state than Qwen, while both models rely on that state and no single attention head explains the effect. The working interpretation is that fine-tuning strengthens action-state formation and coordinate extraction more clearly than value-weighted target grounding. Transition to the final proposal: use test-time uncertainty to spend resolution only where the action remains unstable.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10:20–11:20 — End on one focused research proposal. Start with a low-resolution image, produce a batched coordinate ensemble, estimate uncertainty, and route only uncertain cases to a crop-and-resize pass. Repeat until the coordinate distribution is sufficiently stable or the crop reaches native resolution. The proposal is black-box at test time: no model updates and no hidden activations. We first tested four deterministic beams on two previously native-correct ScreenSpot-Pro items at 25 percent linear resolution. The known hit had RMS radius 2.55 and all four beams hit. The known miss had a tighter 1.12 radius and no beam hit, showing false consensus. We then ran eight stochastic sequences per case with temperature 0.8, top-p 0.95, top-k 20, and one beam. A confidence-width guardrail forced top-1 whenever fewer than two tokens were within five nats of the best raw next-token log probability. It forced greedy decoding on 120 of 216 sequence-token positions. All 16 outputs remained strict JSON. The hit produced eight unique clicks, all inside the target, with RMS radius 15.46. The miss produced eight unique clicks, none inside the target, with RMS radius 83.62. Guarded stochastic spread therefore separates these two selected cases where deterministic beam spread did not. This is a feasibility result, not calibration. The next experiment should estimate routing accuracy on the 36-case native-success cohort and compare pixels processed plus p50 and p95 latency. This direction overlaps materially with AutoFocus and UI-Zoomer, which already use sampled coordinate uncertainty for adaptive visual search, and with ZoomClick's training-free zoom prior. The research wedge is Holo-specific evaluation, a token-confidence width guardrail, a resolution ladder, and a mechanistic link to the recoverable action state observed in this deck. InnerZoom remains an important white-box efficiency comparison because it avoids the second forward pass by reinjecting intermediate evidence. Sources: artifacts/screenspot-presentation/coordinate-beam-spread-pilot-v1.json; artifacts/screenspot-presentation/coordinate-stochastic-widthguard-v1.json; data/local-results/coordinate-stochastic-widthguard-v1/summary.json; https://arxiv.org/abs/2605.02630; https://arxiv.org/abs/2604.14113; https://arxiv.org/abs/2512.05941; https://arxiv.org/abs/2606.30084.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Both screenshots show exact source-pixel positions after mapping normalized coordinates back with x times source width divided by 1000 and y times source height divided by 1000. The orange rectangle is the released ScreenSpot-Pro oracle box. The blue dots are eight stochastic coordinate sequences. The model did not receive the full-resolution screenshot shown here. Each image was first resized to 25 percent of its original width and height with Lanczos resampling, then passed through the official H Company element-localization prompt and VisualLocalizerOutput coordinate contract. We called Transformers generate with do_sample true, num_beams one, num_return_sequences eight, temperature 0.8, top-p 0.95, top-k 20, and a 24-token limit. A custom confidence-width logits processor counted how many raw next-token log probabilities were within five nats of the best token. When fewer than two qualified, it masked every token except top-1. Otherwise, the normal temperature, top-p, and top-k sampling rules applied. The guardrail forced greedy decoding on 120 of 216 sequence-token positions. All sixteen outputs were strict JSON objects with integer x and y in the normalized 0–1000 range. In the PowerPoint hit, all eight unique clicks land inside the target and the RMS radius is 15.46. In the VS Code miss, all eight clicks remain wrong but spread along the far-left gutter, producing an RMS radius of 83.62. The deterministic four-beam baseline showed the opposite ordering, with 2.55 for the hit and 1.12 for the miss. This selected pair shows that guarded stochastic sampling can expose uncertainty hidden by deterministic beams while preserving format. A larger cohort must determine calibration. Sources: artifacts/screenspot-presentation/coordinate-stochastic-widthguard-v1.json; data/local-results/coordinate-stochastic-widthguard-v1/summary.json; scripts/run_coordinate_sampling_pilot.py.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5ecea4526740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2ae65893634b6a" /><Relationship Type="http://schemas.openxmlformats.org/officeDocument/2006/relationships/slideLayout" Target="/ppt/slideLayouts/slideLayout1.xml" Id="Rdcd76cd97f4248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76cd97f4248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c5e8eb4ad84546" /><Relationship Type="http://schemas.openxmlformats.org/officeDocument/2006/relationships/image" Target="/ppt/media/image.png" Id="Rf988bfc443284957" /><Relationship Type="http://schemas.openxmlformats.org/officeDocument/2006/relationships/notesSlide" Target="/ppt/notesSlides/notesSlide1.xml" Id="R68f1d4222d2b42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14d0cc3e904bd5" /><Relationship Type="http://schemas.openxmlformats.org/officeDocument/2006/relationships/notesSlide" Target="/ppt/notesSlides/notesSlide2.xml" Id="R740f36a2f2e140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babbeb03d9452e" /><Relationship Type="http://schemas.openxmlformats.org/officeDocument/2006/relationships/chart" Target="/ppt/slides/charts/chart1.xml" Id="Rc004255c884444a0" /><Relationship Type="http://schemas.openxmlformats.org/officeDocument/2006/relationships/notesSlide" Target="/ppt/notesSlides/notesSlide3.xml" Id="R28acb07c1d1044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d13b6d804a4f9a" /><Relationship Type="http://schemas.openxmlformats.org/officeDocument/2006/relationships/chart" Target="/ppt/slides/charts/chart2.xml" Id="R3523e754b2ea4267" /><Relationship Type="http://schemas.openxmlformats.org/officeDocument/2006/relationships/notesSlide" Target="/ppt/notesSlides/notesSlide4.xml" Id="Rce796c6861154c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fd20be23404ecb" /><Relationship Type="http://schemas.openxmlformats.org/officeDocument/2006/relationships/chart" Target="/ppt/slides/charts/chart3.xml" Id="Reab28f73c7a6466d" /><Relationship Type="http://schemas.openxmlformats.org/officeDocument/2006/relationships/notesSlide" Target="/ppt/notesSlides/notesSlide5.xml" Id="R227ae0be2e1043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574d105eeb4a3b" /><Relationship Type="http://schemas.openxmlformats.org/officeDocument/2006/relationships/image" Target="/ppt/media/image2.png" Id="R61eacd952d6d49ae" /><Relationship Type="http://schemas.openxmlformats.org/officeDocument/2006/relationships/image" Target="/ppt/media/image3.png" Id="Rfb1b59fa6c0a4d81" /><Relationship Type="http://schemas.openxmlformats.org/officeDocument/2006/relationships/image" Target="/ppt/media/image4.png" Id="R554e9bb2d23045c4" /><Relationship Type="http://schemas.openxmlformats.org/officeDocument/2006/relationships/image" Target="/ppt/media/image5.png" Id="R84d219f4ae1647fb" /><Relationship Type="http://schemas.openxmlformats.org/officeDocument/2006/relationships/notesSlide" Target="/ppt/notesSlides/notesSlide6.xml" Id="R305bb74ea8d447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180312f5c9420d" /><Relationship Type="http://schemas.openxmlformats.org/officeDocument/2006/relationships/image" Target="/ppt/media/image6.png" Id="R538386a97c00446f" /><Relationship Type="http://schemas.openxmlformats.org/officeDocument/2006/relationships/image" Target="/ppt/media/image7.png" Id="R7124dad829194a31" /><Relationship Type="http://schemas.openxmlformats.org/officeDocument/2006/relationships/notesSlide" Target="/ppt/notesSlides/notesSlide7.xml" Id="Rc7fa680ead344e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32d75f45694c13" /><Relationship Type="http://schemas.openxmlformats.org/officeDocument/2006/relationships/image" Target="/ppt/media/image8.png" Id="Rd7004712eecb4b96" /><Relationship Type="http://schemas.openxmlformats.org/officeDocument/2006/relationships/notesSlide" Target="/ppt/notesSlides/notesSlide8.xml" Id="R2199b2f1b8ef43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717d9dad2d4a85" /><Relationship Type="http://schemas.openxmlformats.org/officeDocument/2006/relationships/image" Target="/ppt/media/image9.png" Id="R78c27af5b8714d95" /><Relationship Type="http://schemas.openxmlformats.org/officeDocument/2006/relationships/image" Target="/ppt/media/image10.png" Id="R6e407528b01f419f" /><Relationship Type="http://schemas.openxmlformats.org/officeDocument/2006/relationships/image" Target="/ppt/media/image11.png" Id="R9f9c987b197e4b13" /><Relationship Type="http://schemas.openxmlformats.org/officeDocument/2006/relationships/notesSlide" Target="/ppt/notesSlides/notesSlide9.xml" Id="R1c498024575240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329c02518f42f9" /><Relationship Type="http://schemas.openxmlformats.org/officeDocument/2006/relationships/image" Target="/ppt/media/image12.png" Id="R8341ba7c0f474dd8" /><Relationship Type="http://schemas.openxmlformats.org/officeDocument/2006/relationships/image" Target="/ppt/media/image13.png" Id="R4fc986d4f5cc4de4" /><Relationship Type="http://schemas.openxmlformats.org/officeDocument/2006/relationships/notesSlide" Target="/ppt/notesSlides/notesSlide10.xml" Id="R0f3f8f0e33024d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d6b8d171e3480c" /><Relationship Type="http://schemas.openxmlformats.org/officeDocument/2006/relationships/notesSlide" Target="/ppt/notesSlides/notesSlide11.xml" Id="R87f7af001a174e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80c8373f5b44d7f" /><Relationship Type="http://schemas.openxmlformats.org/officeDocument/2006/relationships/notesSlide" Target="/ppt/notesSlides/notesSlide12.xml" Id="Rf9b8807c9ba44b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630ce37079849d5" /><Relationship Type="http://schemas.openxmlformats.org/officeDocument/2006/relationships/notesSlide" Target="/ppt/notesSlides/notesSlide13.xml" Id="R92d408e092664d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a3fd746f1548ef" /><Relationship Type="http://schemas.openxmlformats.org/officeDocument/2006/relationships/image" Target="/ppt/media/image14.png" Id="R72979916f9a64f73" /><Relationship Type="http://schemas.openxmlformats.org/officeDocument/2006/relationships/image" Target="/ppt/media/image15.png" Id="Rd5d75fb140b94feb" /><Relationship Type="http://schemas.openxmlformats.org/officeDocument/2006/relationships/image" Target="/ppt/media/image16.png" Id="Rbfe48c998e38432c" /><Relationship Type="http://schemas.openxmlformats.org/officeDocument/2006/relationships/image" Target="/ppt/media/image17.png" Id="Rc8a89376ae8646b4" /><Relationship Type="http://schemas.openxmlformats.org/officeDocument/2006/relationships/notesSlide" Target="/ppt/notesSlides/notesSlide14.xml" Id="R4f1860549ebe40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a57296e1bac46b9" /><Relationship Type="http://schemas.openxmlformats.org/officeDocument/2006/relationships/notesSlide" Target="/ppt/notesSlides/notesSlide15.xml" Id="Rd9ae63e0469642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ca119e8b4f4607" /><Relationship Type="http://schemas.openxmlformats.org/officeDocument/2006/relationships/notesSlide" Target="/ppt/notesSlides/notesSlide16.xml" Id="R345ccfab8f9e4d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988bfc443284957"/>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6E860F-CD38-4D32-BCA8-E06897726362}"/>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F635F5-EF51-456B-910F-D69CF704ED20}"/>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85318F-7161-4DB2-91EB-83F9044705AE}"/>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125DB6-6311-4438-8107-0E348A452063}"/>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19EC873D-DDF8-44CE-9EE2-386AAB472994}"/>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E99E7BB2-CDA8-4A9C-844A-29A598D6779A}"/>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0852BF01-9152-405A-AD1A-5738E6CF8FC7}"/>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704568852"/>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BC2140D-C815-4B14-8DBA-0ABE1A1B53F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6F922303-9BF9-4D59-9B0B-42219DC446F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6397458E-A6B6-48C5-87FE-F1BC501DCB5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202FFF8-0B67-4B26-843D-F610A64AD2D1}"/>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8DFE17C4-3B4E-4852-81F2-AE275F51667A}"/>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981E39-9D00-44AD-BB4F-69333863D6D6}"/>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A8875673-8599-4A2E-84E9-04FB95BCB3CD}"/>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1CBCA560-3E3E-45A0-B61B-55B1255451A8}"/>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D4AB9006-B8E2-439D-BC5B-5298FB7C5DCE}"/>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FE16AAC0-5509-46BE-834F-66A7D1D32A34}"/>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AFF516E2-99D2-4EAC-BB51-667708947147}"/>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4C38EC-20C0-402D-99D1-2C972D49336C}"/>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59AA28E2-F360-45C2-990E-B621E171DAC7}"/>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0C287A9-F21C-43B4-A668-CB2BEC367F16}"/>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6EA4801-850D-47B9-BE1D-F2C32D2615BE}"/>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18422651-4BF8-4893-8B2A-A357268311BA}"/>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2D8A6392-36D0-44B2-9AF2-A54C552B0FEE}"/>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3E79BD65-9D6F-491E-920F-F5DB9E4B4570}"/>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D8183E5-B66F-4035-B47F-73714E2E26D0}"/>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B963A9AC-5693-4293-A1FA-6AC9A12B2BC3}"/>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BA2CC57E-434A-49BD-904C-7F567D4ED08A}"/>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AD24CD2F-2745-4F13-898C-BBAF850DF19B}"/>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5635E78-87EE-4A7B-BF86-C06BFA71A37B}"/>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A4A5DA2B-1F68-4DE0-AB0C-7E03E003BA21}"/>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E03E9DAB-A2DB-493D-B7AE-E0D0BC23115B}"/>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7CD64D7D-B640-4E66-A333-F8F46490E944}"/>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4BC42F-19C0-46F9-9280-BDA80C80804C}"/>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873414AE-EDB4-4092-86E3-005AEB6DA3FA}"/>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7F78D76A-1D29-4FBC-B1E3-AE3FCD4CF179}"/>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70D3E596-B1E5-4E8F-9A28-31ACCEC92468}"/>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ABC06B4-194F-4A65-962D-DD87940AA2C5}"/>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72C52FDD-E622-4C39-930A-2CB1096395E8}"/>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7B2DA42A-F577-4E6C-9C25-A7F5EE8374F5}"/>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7DB6ED5B-969B-4C4D-BF26-8396413E2FF7}"/>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BDE079A6-69DF-4AD9-B09E-2CE4539B4F3F}"/>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F03CE6B7-C2FC-46DA-85DE-70CD8893EC0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F0DFE14-5EDD-47C8-8DA9-A2DA120B14B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675103376"/>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1E25A10-1D92-44A7-B14E-E7B73B37A17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0B936FB2-5E85-4087-8A18-46556D1728B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72A4980D-076C-4975-ACFB-7E654EA7471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A41CCCC2-B1C8-4876-A63B-AC75492266F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BEF25BC0-245A-42AE-A220-8C2A9A216A54}"/>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66DF6E0A-CDAB-4A8F-89C4-8D41E82F3EBE}"/>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4C637BB3-C46D-44A6-8F35-DAADFC3F87A9}"/>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C528F339-D22B-46BF-AEFB-A52CE2BAB969}"/>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7931F0C2-F209-489F-A8A5-AF1A6E0741CC}"/>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3EDC69AC-B976-4846-97AB-FD6337A87FFB}"/>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587B52-54B9-4A5B-8363-4A330E596E9F}"/>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c004255c884444a0"/>
          </a:graphicData>
        </a:graphic>
      </p:graphicFrame>
      <p:sp>
        <p:nvSpPr>
          <p:cNvPr id="13" name="">
            <a:extLst xmlns:a="http://schemas.openxmlformats.org/drawingml/2006/main">
              <a:ext uri="{FF2B5EF4-FFF2-40B4-BE49-F238E27FC236}">
                <a16:creationId xmlns:a16="http://schemas.microsoft.com/office/drawing/2014/main" id="{1010EC98-932F-43D9-AF9C-C81551541969}"/>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D7F42462-5A78-4B2D-BBB5-2CDD3C77CC6B}"/>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F971D741-9255-4DEC-B7F8-F347C67014B4}"/>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EF93505-70A3-48B5-8239-4D8FDF8A9FE8}"/>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91A79631-DEAE-4D32-B45A-4330F68F6BD4}"/>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9CA2F39A-B368-4E99-A420-FD983677CCA6}"/>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15F23DA8-FB9E-4FD5-923E-E7EA097E294C}"/>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8DAEA683-9312-489C-89DA-2021EBCDE5FD}"/>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C7162567-8FFB-4418-8705-48E758884889}"/>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2F68D764-63ED-4A03-91CD-6706120BBF1C}"/>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3FDABA35-37EF-439C-8FE0-FFA307918F9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9898089-467A-4939-B5CB-56DA649360F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632710592"/>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8CD681-7339-4EDF-82C1-B123D4CD5C9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F90A4DFF-EE8E-49FA-899F-5DFAD309D80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D4AADF60-5BB6-46B2-998F-25DF6243AD9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B3D1A98-AA2C-497D-BAD2-6CBA86EA496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1E3CEB59-5C44-4F5C-A972-E52DB36BC62B}"/>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3523e754b2ea4267"/>
          </a:graphicData>
        </a:graphic>
      </p:graphicFrame>
      <p:sp>
        <p:nvSpPr>
          <p:cNvPr id="7" name="">
            <a:extLst xmlns:a="http://schemas.openxmlformats.org/drawingml/2006/main">
              <a:ext uri="{FF2B5EF4-FFF2-40B4-BE49-F238E27FC236}">
                <a16:creationId xmlns:a16="http://schemas.microsoft.com/office/drawing/2014/main" id="{E41CFFF2-BABF-4376-8F1A-F1857F4D3C68}"/>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4FBFA6-2218-412A-B0D1-91C0E413A653}"/>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712A5DCA-058E-411F-97AC-6B2DD0523CEF}"/>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D0A7FF50-A820-48BF-B31A-1F1D7405705D}"/>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0CECD85A-0960-4EAA-A92C-BBD31F1FF35C}"/>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3725E5-8A02-4C20-8F5B-ABF6908DCEDD}"/>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1F4E4D45-4055-4294-A0A3-2611470D3D5A}"/>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871B7EFB-D876-400E-BB73-CE21F55116DA}"/>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18445286-9AE2-4918-9704-0EAE640C9E54}"/>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00EC3447-362A-4D43-9CDB-40E07A60322E}"/>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69AB2C7-003E-4AF1-AA38-27293AC0BB72}"/>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2A07837A-426A-49CC-9E46-64EE76A8F73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7AA378B-2A95-4E43-97A8-0113BAD06E9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64730211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CA9037F-3AE0-4BB2-B8DA-E038A4336BF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A4405502-CCAE-4C90-9C63-C6C5D43F880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46C807B0-2350-4E05-95D9-5F9CEAA1FFE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B4A24035-1F74-4211-BFB8-5C468BC0C92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582CAF69-123F-409F-BC38-D842FB56F640}"/>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eab28f73c7a6466d"/>
          </a:graphicData>
        </a:graphic>
      </p:graphicFrame>
      <p:sp>
        <p:nvSpPr>
          <p:cNvPr id="7" name="">
            <a:extLst xmlns:a="http://schemas.openxmlformats.org/drawingml/2006/main">
              <a:ext uri="{FF2B5EF4-FFF2-40B4-BE49-F238E27FC236}">
                <a16:creationId xmlns:a16="http://schemas.microsoft.com/office/drawing/2014/main" id="{77E48A62-799D-423F-8098-5663D2D90A53}"/>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4A60B7-5B56-4CDC-AD1A-0F32A80061D8}"/>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F5AF3E3D-E71A-4313-B338-9A314A031438}"/>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FD5F7367-C151-41DE-AAF7-72DB0FA0F649}"/>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EEE7F359-DA15-446D-8C0A-3AA480C167A3}"/>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BEDF37C8-FCE9-42A7-9F7B-F08445A7BE60}"/>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799D9D-1BCE-4C74-B77C-CFE424B327E8}"/>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34AEE0DF-131A-4F7D-839A-7E279F6C000E}"/>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572A2EB2-643E-4CC5-880C-AAD08237FF09}"/>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49445EE7-5CFD-433D-A916-316A6A218E3D}"/>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223B5A51-7524-4A24-B89B-7CEB28B071AE}"/>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04A821-57C4-4C61-B5B2-F38E09CC73C0}"/>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2866780E-E641-468D-83DA-544F938484B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CECDBAF-200E-465B-9CC2-02234E10E8D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763412572"/>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9A1D230-F96E-4221-A322-F1A06B2C90A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AB96FF62-D250-4E15-9A09-119FA514DBC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77F5297D-6A08-47AC-B6C8-FEB07DF3C4F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DEDD6CD5-987C-4B70-B600-BACA175A3FB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5E1EF0F9-AB68-4732-9484-4ED740455DCF}"/>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01BAE763-49F8-4AF8-9D8D-15DFB5FA0D9B}"/>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1eacd952d6d49ae"/>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5AFA6FD3-19D9-4F45-BD94-30CF1E44BB7E}"/>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264E08CF-619C-477A-889E-AD358E75A64A}"/>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A227A8C9-2D1B-40FC-9884-5100E0E5D713}"/>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296C920A-ADA7-41E9-8EB8-7D2EC9740E00}"/>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b1b59fa6c0a4d81"/>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E7F65E88-BE57-4DD5-BB79-BE6B78135C2D}"/>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BD79AB72-EA55-4D68-9258-CB63CA39D853}"/>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5B22A263-8F64-4393-AD4E-3A3FB173ADA1}"/>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DB7BCFF8-B7B5-4839-BB98-A7AB96C0F162}"/>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54e9bb2d23045c4"/>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513D09C9-AE47-44B7-8A6D-B790F02BB64D}"/>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49AE6E90-2C93-415D-B37B-8F9876275E53}"/>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9C46878C-CCB7-4349-8901-0C097DC3ED9F}"/>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FEB885C3-0A96-49A1-BBCB-0994AF45E5A2}"/>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4d219f4ae1647fb"/>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058A929E-58FF-446C-80A7-CCE784C17324}"/>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ABBF11BA-A0A8-4FF9-AD94-9A51C0427065}"/>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3D70DA91-A1A8-4FDA-81C3-14C0BA180FFB}"/>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98089FD3-D210-47DA-A9A2-7F7305E75D2B}"/>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4BA6BE7-A8EB-4F4F-AAF0-81E06F5533F9}"/>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BEBC6B61-A274-46F0-B47D-AC44EF26B163}"/>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D2B134B3-C763-4686-9D16-1E92D82BAC56}"/>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DAEEFBF3-756F-4A51-BF5E-AC6F3D0C45F5}"/>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CDADBB90-7311-4922-9B72-216425F8CB4C}"/>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5E42D661-1426-49B8-894E-512B2934556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08985AE-EC02-49D2-96A6-7395D30DC8E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788800841"/>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538C7DA-BEB9-4B92-81BD-56A1CEE8BBD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81D178DA-83D0-46BA-90E2-6C183655B03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9259FD7B-87A5-467E-99F1-B58A3152E8C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1286796-EE34-454B-B244-950790DA8195}"/>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A53F5EAF-00FC-4F29-8CA4-98CA3FC42AA0}"/>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79FF24-E202-4328-8855-F231D2138CEE}"/>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26865439-F999-4E5C-A76B-87A70B8BF6C6}"/>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2D78FF6C-C2D1-4B76-9A94-D413A0EB5F17}"/>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38386a97c00446f"/>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E72DA0F5-2D00-4B77-AE10-9412FD28CCC8}"/>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124dad829194a31"/>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2FF3BCAB-3AD4-4FFA-9778-2EC8D32447B0}"/>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186345A3-C1B2-4471-A17C-6946B28D70C6}"/>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9D15219-27D3-4B7D-A9F4-CCE0142E596F}"/>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D1349E39-C591-4F73-8F5F-44EF6E4F759F}"/>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AB4569E0-A138-4FE2-914F-386E987029CF}"/>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3E4CDDC-8E8E-498B-97D8-134486C1D588}"/>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E81494A7-30C6-4F85-9976-6E32893B11D9}"/>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7F9BDD9E-B7A5-4F1C-8F63-5E4F08DA5EF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E47C674-9BA3-46F2-81E1-DAFBB5E60A6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1064545913"/>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EC445A4-EDB1-4D16-B344-CF559D30C12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613CED78-D30F-4F5A-9B45-FF1F3929880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26F2AD9F-9B9C-42CA-9E87-2A063FFC503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145C0522-E061-4912-86B0-8B6636932640}"/>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08CF3A06-80C8-4AD5-A166-CB31DDF1EE77}"/>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B4DD4E-BB83-4E44-9CB4-0602759140A3}"/>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F9785D76-9465-40EB-B499-F6CDDD39B663}"/>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7004712eecb4b96"/>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D6FB011D-B280-4A7A-885F-A7304B7F7660}"/>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8218FD80-76E6-454B-BD7A-D6118232E960}"/>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49B9793-8F99-4B3A-9BE0-4EE697B94391}"/>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34F90A-D4B7-44B7-8A22-63C018827AC0}"/>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075EB56D-11B9-4414-8FD9-4481BB3C789D}"/>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BDA2F917-31A9-48EE-95EA-16A1E0D79F9C}"/>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3D0FEFAD-FF35-4175-B7C7-474C8232CB06}"/>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B3618A0-B114-411A-8F23-22987BEE63A6}"/>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340F57A4-7801-4896-8D6B-7A323BADCBEB}"/>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40AEC050-9DC7-4EA3-9BE8-DC2A8C157E18}"/>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37EB344B-C94D-485F-9A8E-261ED5A9AA18}"/>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590027BA-6E19-4406-B3AE-CF3062FD8B3E}"/>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38CEA13A-6CEF-4FDE-8B8C-10946B93F9FF}"/>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8BFB16A2-D295-45B3-B828-82A9F3A96B1E}"/>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09B02164-BA34-466A-A689-8534B64E7074}"/>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B8B6D392-4014-4447-B32B-00D5BFDD30FD}"/>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0215E434-7FA8-4F6D-8AFB-CDEEB8EF50FD}"/>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AB6EF004-8A1F-4332-9916-03AC80E5218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763EFD4-7CB1-4DE7-A1B6-EA6C79CE555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378815758"/>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5025CFE-2B75-415A-B0B4-AA7975050D7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06D31408-753C-4973-889F-D7CC212E5B1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43AD23A9-F88E-4166-B4B0-7527469FC3A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440C1796-955C-4D4A-8054-5A3B3A7E77C0}"/>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E0B6350A-A62D-45ED-AFF6-C5DE0C748D53}"/>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1">
                          <a:solidFill>
                            <a:srgbClr val="2D84D3"/>
                          </a:solidFill>
                          <a:latin typeface="Helvetica Neue"/>
                          <a:ea typeface="Helvetica Neue"/>
                          <a:cs typeface="Helvetica Neue"/>
                        </a:rPr>
                        <a:t>cap reached</a:t>
                      </a:r>
                    </a:p>
                  </a:txBody>
                  <a:tcPr marL="57150" marR="57150" marT="47625" marB="47625" anchor="ctr">
                    <a:solidFill>
                      <a:srgbClr val="DDECF9"/>
                    </a:solidFill>
                  </a:tcPr>
                </a:tc>
              </a:tr>
            </a:tbl>
          </a:graphicData>
        </a:graphic>
      </p:graphicFrame>
      <p:sp>
        <p:nvSpPr>
          <p:cNvPr id="7" name="">
            <a:extLst xmlns:a="http://schemas.openxmlformats.org/drawingml/2006/main">
              <a:ext uri="{FF2B5EF4-FFF2-40B4-BE49-F238E27FC236}">
                <a16:creationId xmlns:a16="http://schemas.microsoft.com/office/drawing/2014/main" id="{73125D6E-14D5-4C72-A767-99E533D66884}"/>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BOTH TRACK €166 BY TURN 3</a:t>
            </a:r>
          </a:p>
        </p:txBody>
      </p:sp>
      <p:sp>
        <p:nvSpPr>
          <p:cNvPr id="8" name="">
            <a:extLst xmlns:a="http://schemas.openxmlformats.org/drawingml/2006/main">
              <a:ext uri="{FF2B5EF4-FFF2-40B4-BE49-F238E27FC236}">
                <a16:creationId xmlns:a16="http://schemas.microsoft.com/office/drawing/2014/main" id="{B59288E0-49CA-4457-B98A-5F45E8E37DB8}"/>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sees all six prices and clicks. Qwen identifies €166 as the lowest observed price, then spends its fourth action scrolling.</a:t>
            </a:r>
          </a:p>
        </p:txBody>
      </p:sp>
      <p:sp>
        <p:nvSpPr>
          <p:cNvPr id="9" name="">
            <a:extLst xmlns:a="http://schemas.openxmlformats.org/drawingml/2006/main">
              <a:ext uri="{FF2B5EF4-FFF2-40B4-BE49-F238E27FC236}">
                <a16:creationId xmlns:a16="http://schemas.microsoft.com/office/drawing/2014/main" id="{AEDAFE8A-C331-4E5A-A3AA-FFBA2DA48760}"/>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DE1F153D-D7E2-4B4D-8BB4-A765FFACDE81}"/>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ADF1034A-057E-4834-966A-043E799A8932}"/>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22"/>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This matched case motivates a stopping and action-readout hypothesis. It does not estimate checkpoint accuracy.</a:t>
            </a:r>
          </a:p>
        </p:txBody>
      </p:sp>
      <p:sp>
        <p:nvSpPr>
          <p:cNvPr id="12" name="">
            <a:extLst xmlns:a="http://schemas.openxmlformats.org/drawingml/2006/main">
              <a:ext uri="{FF2B5EF4-FFF2-40B4-BE49-F238E27FC236}">
                <a16:creationId xmlns:a16="http://schemas.microsoft.com/office/drawing/2014/main" id="{07F78A3D-BD56-45DD-94F4-79C6ED82955D}"/>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3D08A6C1-D150-47C0-B8FE-7FE3A4AEF1EA}"/>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8c27af5b8714d95"/>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DB47487-321C-4383-A8E9-289BEBA2D99B}"/>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485324ED-8895-445F-887F-6677A13705AE}"/>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e407528b01f419f"/>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6B7CA512-F4E2-4E91-8129-13319A7C7E5A}"/>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83EA38D9-A84F-4992-BA5F-864DB2C6EE9F}"/>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9f9c987b197e4b13"/>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8FD598E-05A4-4586-A400-FDBF55AEC373}"/>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2357C200-CC1E-4316-AD3B-2830B66B7564}"/>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BFBD747D-918B-4664-859B-1F2E60E16BE7}"/>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909555F7-839C-46F5-87EB-34D24ACABD52}"/>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9B9AD29D-2495-4DFF-B38A-679BF0F543CE}"/>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73770B8-2703-428C-AB6B-BA0008B437E5}"/>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67296FE-9DE6-4A1A-86C0-C2262B2B48C3}"/>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1A3A718-36D4-407F-978A-8E07F43D4B66}"/>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782CF68-4A47-4AA5-9015-A9347AE66F97}"/>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FE0FDF8-39FE-4FEB-8EB1-865FF9FBD458}"/>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ABF71EE6-F256-42ED-8DAF-E7BD6960E61F}"/>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05623E4B-162D-4884-8DA2-ED62B7289D9A}"/>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9BB781D3-1164-44FD-9A65-94F0513C3A5D}"/>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B2215A04-866C-422A-BB25-B630A4FA4FA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B7C000A-8805-40D0-BA7F-9B46E3270A9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467796339"/>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30D2CF2-3C6D-4F69-8F77-9F1BDAC230C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0960F60C-F16C-4D8E-AD79-5A9CD328B0E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73A830F4-A257-4AF8-8823-E395A2AF496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9A6EB00-0F31-43EC-9E87-A26FB7E4B656}"/>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5E8A3A8D-6B6C-4A7A-8DF1-E19E55411FA0}"/>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188E24D-7767-4470-B819-AB41322F0379}"/>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8341ba7c0f474dd8"/>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472FCFF1-B0BF-45AC-B956-901EFFBC3560}"/>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6F36044B-1F3F-46B9-A0D4-BA62D8BF8060}"/>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564F4E9E-43CD-4A81-A601-F8B61FD5D5FA}"/>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8EF4F1-A2E9-4A89-8E2F-F0C44D1B926D}"/>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fc986d4f5cc4de4"/>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D61948AB-D858-48DA-ACDA-821C623BBDAF}"/>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6AED780E-35B5-47A6-A776-E6324775780C}"/>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8455490D-3158-4F67-B36B-22A63F32D751}"/>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7A4686D6-B1DD-4489-8BC1-0A77D7235D7E}"/>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AF2A314C-2267-442C-BC32-C44A4F426E23}"/>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92BDF116-0E69-4142-8D69-9B8C56220BA2}"/>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27E3781D-9D2E-4DE9-8D58-929DD0B47594}"/>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14E972FB-4025-44DA-B7E6-7839042FF266}"/>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C776BC78-7E9F-44CA-B4E1-1435BDB1550B}"/>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4337EF27-30E5-4ADA-9E9D-DE4F32318E48}"/>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A299F51C-1B37-478A-867E-DD6332A52B2A}"/>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381F0BE0-8A5F-4735-A4C6-A9415664E012}"/>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A9B8716E-36E1-4699-B45B-7C7DDDE3AF7E}"/>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6BD0910F-2AA1-4218-B7E5-DD8249E58610}"/>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7E030C15-E92F-44DF-BDB7-4A78B34576C4}"/>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126CC6B4-D3FA-465C-B523-5FF84C43A88A}"/>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38DE83B7-68FB-4F25-B2A7-3244599CFF96}"/>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622ED8CE-3540-4BC6-96DC-E3A989C022EF}"/>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F4A11C8A-9592-4482-A9D5-9DEA4C3B6534}"/>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B7176A2B-3764-4FFD-BE7E-9D023C224983}"/>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75478BB0-2DF8-41A2-A832-0CF1353032DA}"/>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7F3CCE2F-FAD9-404A-B503-8A992A729465}"/>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42060A94-29C8-4A2D-A195-72E7CCA65B5C}"/>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68F320F-2311-401E-8720-E63EE936DDCF}"/>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AF264D34-90AA-4973-87F6-CB4B274487AF}"/>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A59EC328-90E9-42C4-B38C-CC71051E58DB}"/>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BA9AAF97-D719-4FB9-BA8A-82120B776018}"/>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AF7FDB1-E341-42AC-BA1A-8BADE9370EF7}"/>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AFB61D0F-B9AF-47DE-B40F-33A5990F839C}"/>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9CEC40F9-50BF-40A5-A842-C2AEAB159757}"/>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CC36DEEB-560D-4CE1-B15D-D385C40FE97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C5CC6D9-EC01-4FE5-AAAE-52D1C01E339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269186602"/>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391FAC8-CA65-4D79-B451-58FA8002D9A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14527B0D-FB03-4455-B2B4-A4341308B87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3CE1036F-1A04-40A2-877B-FEAF485E0D1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E5EE9A6E-8EDF-4952-AEB9-F8F70B2A1D93}"/>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E2FF367E-FEAD-4712-AB7C-34D3B40DAAB1}"/>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DEFBEAC3-209F-4CD0-ACED-A3856884DC6E}"/>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C050A9C0-20A3-4AB4-B9A0-9316D41C9158}"/>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552C57F4-D6DE-447C-B398-67FCC32A2DAF}"/>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FA3E26F3-50FB-40B4-AA1B-DDE6A4D37F1F}"/>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E034F7D3-EDE6-4275-8C3F-6A5357EE1EFA}"/>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2B1A98BC-8911-4387-B06F-1719EE478557}"/>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50F2F27E-8227-4490-8C76-FE08A2A6DB2B}"/>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A84BB469-C862-4CE5-8E53-7DA988E8D5AC}"/>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0412771A-F464-4B8C-971B-12A08D8FB73E}"/>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5AFAB8EC-4508-4911-9262-1DD886BB8333}"/>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9A15D9CF-8EC0-475E-BEFA-28EB5998B4AE}"/>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44C6DEDC-EBE4-44C1-ACC9-64CD89EA6620}"/>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C6F4848-583C-4394-9797-DF6366149197}"/>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B8C15B91-A542-4977-A612-E2518F2F27F6}"/>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C06FBD70-985B-4A22-8F7D-616EBF2DE83C}"/>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BC84CF74-A186-45AC-B651-94E6D3C3F1BA}"/>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43196A19-DC77-49B7-B015-FC3FDDDC1111}"/>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0F59113-200D-4875-9825-F2FA186763C2}"/>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97B6A4F0-6F09-468E-B99C-2507CFA68914}"/>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C59064FB-A4F7-45DF-B659-9D008C8C1268}"/>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069DE69A-C805-4197-9FEF-9D328DFEA2DC}"/>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6411CA56-88AB-4CF0-84F5-AB5FFB0FDC67}"/>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23FC9B0-B820-4F44-A55C-FED169640DAC}"/>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5ACAB282-5367-4494-924C-897469F420DA}"/>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B80EF7F8-6E38-48E5-82E8-D07E3AA125A2}"/>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DF957B0F-92E4-4DA0-8A8B-8744E4298AB3}"/>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EC4ADA4-3172-4A1F-A09B-D435032DE58E}"/>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A7028C25-7207-40F8-84BA-285D3C293E1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BF1AE02-43A6-46D2-818F-ABCDDD73125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1478247486"/>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BF0644C-7042-4799-8542-182AA12860B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KEY TAKEAWAYS</a:t>
            </a:r>
          </a:p>
        </p:txBody>
      </p:sp>
      <p:sp>
        <p:nvSpPr>
          <p:cNvPr id="2" name="">
            <a:extLst xmlns:a="http://schemas.openxmlformats.org/drawingml/2006/main">
              <a:ext uri="{FF2B5EF4-FFF2-40B4-BE49-F238E27FC236}">
                <a16:creationId xmlns:a16="http://schemas.microsoft.com/office/drawing/2014/main" id="{4D096154-6F2F-4860-A5B9-071EC74826F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596"/>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Resolution shapes grounding</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Fine-tuning strengthens recoverable action state</a:t>
            </a:r>
          </a:p>
        </p:txBody>
      </p:sp>
      <p:sp>
        <p:nvSpPr>
          <p:cNvPr id="3" name="">
            <a:extLst xmlns:a="http://schemas.openxmlformats.org/drawingml/2006/main">
              <a:ext uri="{FF2B5EF4-FFF2-40B4-BE49-F238E27FC236}">
                <a16:creationId xmlns:a16="http://schemas.microsoft.com/office/drawing/2014/main" id="{37DF37BF-B7FF-4AA8-8993-58F1FBDE78C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819B1E94-28E3-4347-AD04-DCB003A28074}"/>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5C8327-5DF7-4F37-8BDE-A4F9AB7D9523}"/>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7A74111-779E-4642-9C83-49E6F78AEA10}"/>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AA97560B-1595-480B-A781-BE022BCCAF23}"/>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CE169933-5DDA-43AB-8D7D-3BB1C3B41720}"/>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C90D774-589F-452F-B746-95C0A6CF62AB}"/>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3F0557A9-1152-44C7-B59A-182ACF5525DD}"/>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CB19C9CD-C8D3-46CA-A611-2E8DA9F68A98}"/>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A77FE295-C771-4E84-BDD3-46D0E2FA6F04}"/>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356013-267F-4AE1-B5A6-1AB7F92F3543}"/>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963158D6-4C97-4795-9A66-01418C3E1DE7}"/>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Stopping differs in one matched case</a:t>
            </a:r>
          </a:p>
        </p:txBody>
      </p:sp>
      <p:sp>
        <p:nvSpPr>
          <p:cNvPr id="15" name="">
            <a:extLst xmlns:a="http://schemas.openxmlformats.org/drawingml/2006/main">
              <a:ext uri="{FF2B5EF4-FFF2-40B4-BE49-F238E27FC236}">
                <a16:creationId xmlns:a16="http://schemas.microsoft.com/office/drawing/2014/main" id="{CC4CD1D7-51D0-4AF7-B1F7-D3526E4AE896}"/>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models track €166. Holo clicks after two scrolls, while Qwen keeps searching until the action cap.</a:t>
            </a:r>
          </a:p>
        </p:txBody>
      </p:sp>
      <p:sp>
        <p:nvSpPr>
          <p:cNvPr id="16" name="">
            <a:extLst xmlns:a="http://schemas.openxmlformats.org/drawingml/2006/main">
              <a:ext uri="{FF2B5EF4-FFF2-40B4-BE49-F238E27FC236}">
                <a16:creationId xmlns:a16="http://schemas.microsoft.com/office/drawing/2014/main" id="{11431716-7B43-4AA7-8E8F-0BAAE575F667}"/>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AE90C1A-4D77-4769-9B87-8A19C2FB9616}"/>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53C40DFB-4231-4FAC-9DB9-C67F677F7A71}"/>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B33348-9F3A-4E5E-B560-A6F8F6006699}"/>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8866601B-8EDE-4D63-8C8A-758F007B3E58}"/>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F45A1170-4EF9-41D8-BC0E-52C2C2AAC4D2}"/>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3CB1161B-A2E9-44F9-A899-E5107FA4FA07}"/>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59EFD4D-3EC7-410A-A9D4-5323DADC24BD}"/>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1F798747-E6F1-4FE9-A8C9-1906C1583C29}"/>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A1896D1E-31A6-4664-B856-18D1C2117A5C}"/>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91A61063-15FD-4D0B-91DD-5A848ABC9AA4}"/>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4A2912A-40BA-46E3-B0D3-1DC003A4FF86}"/>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9F9A327A-7CE8-445B-857B-865F877688D3}"/>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413D5529-422C-4AFA-BE0E-BE8EFE2810B1}"/>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9F73E4B7-32E2-4F9C-86CB-5C704FB9F363}"/>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5A21072-DC78-4320-9556-B237357FB59B}"/>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Working interpretation: fine-tuning improves coordinate readout more clearly than value-weighted target grounding</a:t>
            </a:r>
          </a:p>
        </p:txBody>
      </p:sp>
      <p:sp>
        <p:nvSpPr>
          <p:cNvPr id="32" name="">
            <a:extLst xmlns:a="http://schemas.openxmlformats.org/drawingml/2006/main">
              <a:ext uri="{FF2B5EF4-FFF2-40B4-BE49-F238E27FC236}">
                <a16:creationId xmlns:a16="http://schemas.microsoft.com/office/drawing/2014/main" id="{97F777CE-9CD5-4569-B641-41CBDD284D5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08100B7-AB0A-489E-AD16-2E7FA3CBA23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721843909"/>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4657488-4DE1-4700-9CCF-F1BC200AACC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PROPOSAL</a:t>
            </a:r>
          </a:p>
        </p:txBody>
      </p:sp>
      <p:sp>
        <p:nvSpPr>
          <p:cNvPr id="2" name="">
            <a:extLst xmlns:a="http://schemas.openxmlformats.org/drawingml/2006/main">
              <a:ext uri="{FF2B5EF4-FFF2-40B4-BE49-F238E27FC236}">
                <a16:creationId xmlns:a16="http://schemas.microsoft.com/office/drawing/2014/main" id="{90A48BB1-13A0-4855-89C2-46CBB4CDDDC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Adaptive-resolution coordinate search</a:t>
            </a:r>
          </a:p>
        </p:txBody>
      </p:sp>
      <p:sp>
        <p:nvSpPr>
          <p:cNvPr id="3" name="">
            <a:extLst xmlns:a="http://schemas.openxmlformats.org/drawingml/2006/main">
              <a:ext uri="{FF2B5EF4-FFF2-40B4-BE49-F238E27FC236}">
                <a16:creationId xmlns:a16="http://schemas.microsoft.com/office/drawing/2014/main" id="{0D9C5E86-9B8E-456E-8FC1-C811DF67888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23665DE1-EED4-411F-A623-5C658C1D6A07}"/>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Can uncertainty route only hard cases to a higher-resolution pass?</a:t>
            </a:r>
          </a:p>
        </p:txBody>
      </p:sp>
      <p:sp>
        <p:nvSpPr>
          <p:cNvPr id="5" name="">
            <a:extLst xmlns:a="http://schemas.openxmlformats.org/drawingml/2006/main">
              <a:ext uri="{FF2B5EF4-FFF2-40B4-BE49-F238E27FC236}">
                <a16:creationId xmlns:a16="http://schemas.microsoft.com/office/drawing/2014/main" id="{BC6891E8-0C59-435B-BEA6-F2B936894332}"/>
              </a:ext>
            </a:extLst>
          </p:cNvPr>
          <p:cNvSpPr>
            <a:spLocks xmlns:a="http://schemas.openxmlformats.org/drawingml/2006/main" noGrp="1"/>
          </p:cNvSpPr>
          <p:nvPr/>
        </p:nvSpPr>
        <p:spPr>
          <a:xfrm xmlns:a="http://schemas.openxmlformats.org/drawingml/2006/main">
            <a:off x="609600" y="1524000"/>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PROPOSED TEST-TIME LOOP</a:t>
            </a:r>
          </a:p>
        </p:txBody>
      </p:sp>
      <p:sp>
        <p:nvSpPr>
          <p:cNvPr id="6" name="">
            <a:extLst xmlns:a="http://schemas.openxmlformats.org/drawingml/2006/main">
              <a:ext uri="{FF2B5EF4-FFF2-40B4-BE49-F238E27FC236}">
                <a16:creationId xmlns:a16="http://schemas.microsoft.com/office/drawing/2014/main" id="{9F31E5E3-44C1-4485-A2F3-69CB1F45C43F}"/>
              </a:ext>
            </a:extLst>
          </p:cNvPr>
          <p:cNvSpPr>
            <a:spLocks xmlns:a="http://schemas.openxmlformats.org/drawingml/2006/main" noGrp="1"/>
          </p:cNvSpPr>
          <p:nvPr/>
        </p:nvSpPr>
        <p:spPr>
          <a:xfrm xmlns:a="http://schemas.openxmlformats.org/drawingml/2006/main">
            <a:off x="609600" y="1809750"/>
            <a:ext cx="1333500" cy="1162050"/>
          </a:xfrm>
          <a:prstGeom xmlns:a="http://schemas.openxmlformats.org/drawingml/2006/main" prst="roundRect">
            <a:avLst>
              <a:gd name="adj" fmla="val 6557"/>
            </a:avLst>
          </a:prstGeom>
          <a:solidFill xmlns:a="http://schemas.openxmlformats.org/drawingml/2006/main">
            <a:srgbClr val="DDECF9"/>
          </a:solidFill>
          <a:ln xmlns:a="http://schemas.openxmlformats.org/drawingml/2006/main" w="9525">
            <a:solidFill>
              <a:srgbClr val="2D84D3"/>
            </a:solidFill>
          </a:ln>
        </p:spPr>
      </p:sp>
      <p:sp>
        <p:nvSpPr>
          <p:cNvPr id="7" name="">
            <a:extLst xmlns:a="http://schemas.openxmlformats.org/drawingml/2006/main">
              <a:ext uri="{FF2B5EF4-FFF2-40B4-BE49-F238E27FC236}">
                <a16:creationId xmlns:a16="http://schemas.microsoft.com/office/drawing/2014/main" id="{A7E4E0DA-363F-4B8C-9554-684074C360F4}"/>
              </a:ext>
            </a:extLst>
          </p:cNvPr>
          <p:cNvSpPr>
            <a:spLocks xmlns:a="http://schemas.openxmlformats.org/drawingml/2006/main" noGrp="1"/>
          </p:cNvSpPr>
          <p:nvPr/>
        </p:nvSpPr>
        <p:spPr>
          <a:xfrm xmlns:a="http://schemas.openxmlformats.org/drawingml/2006/main">
            <a:off x="723900" y="1924050"/>
            <a:ext cx="3238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18ACDF-BDA5-4316-B8F1-B404104C8FF5}"/>
              </a:ext>
            </a:extLst>
          </p:cNvPr>
          <p:cNvSpPr>
            <a:spLocks xmlns:a="http://schemas.openxmlformats.org/drawingml/2006/main" noGrp="1"/>
          </p:cNvSpPr>
          <p:nvPr/>
        </p:nvSpPr>
        <p:spPr>
          <a:xfrm xmlns:a="http://schemas.openxmlformats.org/drawingml/2006/main">
            <a:off x="8191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C2EA2C9-F156-4199-8289-D92F3244E978}"/>
              </a:ext>
            </a:extLst>
          </p:cNvPr>
          <p:cNvSpPr>
            <a:spLocks xmlns:a="http://schemas.openxmlformats.org/drawingml/2006/main" noGrp="1"/>
          </p:cNvSpPr>
          <p:nvPr/>
        </p:nvSpPr>
        <p:spPr>
          <a:xfrm xmlns:a="http://schemas.openxmlformats.org/drawingml/2006/main">
            <a:off x="7429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LOW-RES PASS</a:t>
            </a:r>
          </a:p>
        </p:txBody>
      </p:sp>
      <p:sp>
        <p:nvSpPr>
          <p:cNvPr id="10" name="">
            <a:extLst xmlns:a="http://schemas.openxmlformats.org/drawingml/2006/main">
              <a:ext uri="{FF2B5EF4-FFF2-40B4-BE49-F238E27FC236}">
                <a16:creationId xmlns:a16="http://schemas.microsoft.com/office/drawing/2014/main" id="{680D10B3-71C5-4A87-9571-56C97D2A82AD}"/>
              </a:ext>
            </a:extLst>
          </p:cNvPr>
          <p:cNvSpPr>
            <a:spLocks xmlns:a="http://schemas.openxmlformats.org/drawingml/2006/main" noGrp="1"/>
          </p:cNvSpPr>
          <p:nvPr/>
        </p:nvSpPr>
        <p:spPr>
          <a:xfrm xmlns:a="http://schemas.openxmlformats.org/drawingml/2006/main">
            <a:off x="7239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Start at 25% linear resolution</a:t>
            </a:r>
          </a:p>
        </p:txBody>
      </p:sp>
      <p:sp>
        <p:nvSpPr>
          <p:cNvPr id="11" name="">
            <a:extLst xmlns:a="http://schemas.openxmlformats.org/drawingml/2006/main">
              <a:ext uri="{FF2B5EF4-FFF2-40B4-BE49-F238E27FC236}">
                <a16:creationId xmlns:a16="http://schemas.microsoft.com/office/drawing/2014/main" id="{80ACBCFC-B41B-443F-98F0-0F9D8C5B38AD}"/>
              </a:ext>
            </a:extLst>
          </p:cNvPr>
          <p:cNvSpPr>
            <a:spLocks xmlns:a="http://schemas.openxmlformats.org/drawingml/2006/main" noGrp="1"/>
          </p:cNvSpPr>
          <p:nvPr/>
        </p:nvSpPr>
        <p:spPr>
          <a:xfrm xmlns:a="http://schemas.openxmlformats.org/drawingml/2006/main">
            <a:off x="194310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AEC5E1-3297-4DC1-B05D-8E802825229D}"/>
              </a:ext>
            </a:extLst>
          </p:cNvPr>
          <p:cNvSpPr>
            <a:spLocks xmlns:a="http://schemas.openxmlformats.org/drawingml/2006/main" noGrp="1"/>
          </p:cNvSpPr>
          <p:nvPr/>
        </p:nvSpPr>
        <p:spPr>
          <a:xfrm xmlns:a="http://schemas.openxmlformats.org/drawingml/2006/main">
            <a:off x="2085975" y="1809750"/>
            <a:ext cx="1333500" cy="1162050"/>
          </a:xfrm>
          <a:prstGeom xmlns:a="http://schemas.openxmlformats.org/drawingml/2006/main" prst="roundRect">
            <a:avLst>
              <a:gd name="adj" fmla="val 6557"/>
            </a:avLst>
          </a:prstGeom>
          <a:solidFill xmlns:a="http://schemas.openxmlformats.org/drawingml/2006/main">
            <a:srgbClr val="FCE2D9"/>
          </a:solidFill>
          <a:ln xmlns:a="http://schemas.openxmlformats.org/drawingml/2006/main" w="9525">
            <a:solidFill>
              <a:srgbClr val="F05A3C"/>
            </a:solidFill>
          </a:ln>
        </p:spPr>
      </p:sp>
      <p:sp>
        <p:nvSpPr>
          <p:cNvPr id="13" name="">
            <a:extLst xmlns:a="http://schemas.openxmlformats.org/drawingml/2006/main">
              <a:ext uri="{FF2B5EF4-FFF2-40B4-BE49-F238E27FC236}">
                <a16:creationId xmlns:a16="http://schemas.microsoft.com/office/drawing/2014/main" id="{3881694B-F6EA-49E9-94BE-DE67B8BCC4F7}"/>
              </a:ext>
            </a:extLst>
          </p:cNvPr>
          <p:cNvSpPr>
            <a:spLocks xmlns:a="http://schemas.openxmlformats.org/drawingml/2006/main" noGrp="1"/>
          </p:cNvSpPr>
          <p:nvPr/>
        </p:nvSpPr>
        <p:spPr>
          <a:xfrm xmlns:a="http://schemas.openxmlformats.org/drawingml/2006/main">
            <a:off x="2200275" y="1924050"/>
            <a:ext cx="323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2468A9-A148-4716-9BA3-1504CFB429C2}"/>
              </a:ext>
            </a:extLst>
          </p:cNvPr>
          <p:cNvSpPr>
            <a:spLocks xmlns:a="http://schemas.openxmlformats.org/drawingml/2006/main" noGrp="1"/>
          </p:cNvSpPr>
          <p:nvPr/>
        </p:nvSpPr>
        <p:spPr>
          <a:xfrm xmlns:a="http://schemas.openxmlformats.org/drawingml/2006/main">
            <a:off x="229552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4BD565CA-10B9-4488-BA84-95B283979909}"/>
              </a:ext>
            </a:extLst>
          </p:cNvPr>
          <p:cNvSpPr>
            <a:spLocks xmlns:a="http://schemas.openxmlformats.org/drawingml/2006/main" noGrp="1"/>
          </p:cNvSpPr>
          <p:nvPr/>
        </p:nvSpPr>
        <p:spPr>
          <a:xfrm xmlns:a="http://schemas.openxmlformats.org/drawingml/2006/main">
            <a:off x="221932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CANDIDATES</a:t>
            </a:r>
          </a:p>
        </p:txBody>
      </p:sp>
      <p:sp>
        <p:nvSpPr>
          <p:cNvPr id="16" name="">
            <a:extLst xmlns:a="http://schemas.openxmlformats.org/drawingml/2006/main">
              <a:ext uri="{FF2B5EF4-FFF2-40B4-BE49-F238E27FC236}">
                <a16:creationId xmlns:a16="http://schemas.microsoft.com/office/drawing/2014/main" id="{3426CB7F-3DDB-48DC-8B6D-48A36D97C489}"/>
              </a:ext>
            </a:extLst>
          </p:cNvPr>
          <p:cNvSpPr>
            <a:spLocks xmlns:a="http://schemas.openxmlformats.org/drawingml/2006/main" noGrp="1"/>
          </p:cNvSpPr>
          <p:nvPr/>
        </p:nvSpPr>
        <p:spPr>
          <a:xfrm xmlns:a="http://schemas.openxmlformats.org/drawingml/2006/main">
            <a:off x="220027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587"/>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Sample K coordinates in parallel</a:t>
            </a:r>
          </a:p>
        </p:txBody>
      </p:sp>
      <p:sp>
        <p:nvSpPr>
          <p:cNvPr id="17" name="">
            <a:extLst xmlns:a="http://schemas.openxmlformats.org/drawingml/2006/main">
              <a:ext uri="{FF2B5EF4-FFF2-40B4-BE49-F238E27FC236}">
                <a16:creationId xmlns:a16="http://schemas.microsoft.com/office/drawing/2014/main" id="{B4A270E5-E114-4B9B-8D94-C383ACE378BD}"/>
              </a:ext>
            </a:extLst>
          </p:cNvPr>
          <p:cNvSpPr>
            <a:spLocks xmlns:a="http://schemas.openxmlformats.org/drawingml/2006/main" noGrp="1"/>
          </p:cNvSpPr>
          <p:nvPr/>
        </p:nvSpPr>
        <p:spPr>
          <a:xfrm xmlns:a="http://schemas.openxmlformats.org/drawingml/2006/main">
            <a:off x="341947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38CF244-3A30-4B86-B835-82BC1122A5BB}"/>
              </a:ext>
            </a:extLst>
          </p:cNvPr>
          <p:cNvSpPr>
            <a:spLocks xmlns:a="http://schemas.openxmlformats.org/drawingml/2006/main" noGrp="1"/>
          </p:cNvSpPr>
          <p:nvPr/>
        </p:nvSpPr>
        <p:spPr>
          <a:xfrm xmlns:a="http://schemas.openxmlformats.org/drawingml/2006/main">
            <a:off x="3562350" y="1809750"/>
            <a:ext cx="1333500" cy="1162050"/>
          </a:xfrm>
          <a:prstGeom xmlns:a="http://schemas.openxmlformats.org/drawingml/2006/main" prst="roundRect">
            <a:avLst>
              <a:gd name="adj" fmla="val 6557"/>
            </a:avLst>
          </a:prstGeom>
          <a:solidFill xmlns:a="http://schemas.openxmlformats.org/drawingml/2006/main">
            <a:srgbClr val="F3EBDD"/>
          </a:solidFill>
          <a:ln xmlns:a="http://schemas.openxmlformats.org/drawingml/2006/main" w="9525">
            <a:solidFill>
              <a:srgbClr val="E5B249"/>
            </a:solidFill>
          </a:ln>
        </p:spPr>
      </p:sp>
      <p:sp>
        <p:nvSpPr>
          <p:cNvPr id="19" name="">
            <a:extLst xmlns:a="http://schemas.openxmlformats.org/drawingml/2006/main">
              <a:ext uri="{FF2B5EF4-FFF2-40B4-BE49-F238E27FC236}">
                <a16:creationId xmlns:a16="http://schemas.microsoft.com/office/drawing/2014/main" id="{A0349399-E46A-4FAF-AC74-E7D48F409DA3}"/>
              </a:ext>
            </a:extLst>
          </p:cNvPr>
          <p:cNvSpPr>
            <a:spLocks xmlns:a="http://schemas.openxmlformats.org/drawingml/2006/main" noGrp="1"/>
          </p:cNvSpPr>
          <p:nvPr/>
        </p:nvSpPr>
        <p:spPr>
          <a:xfrm xmlns:a="http://schemas.openxmlformats.org/drawingml/2006/main">
            <a:off x="3676650" y="1924050"/>
            <a:ext cx="3238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5006283-2A53-4549-82FB-DBAD1E13E4DD}"/>
              </a:ext>
            </a:extLst>
          </p:cNvPr>
          <p:cNvSpPr>
            <a:spLocks xmlns:a="http://schemas.openxmlformats.org/drawingml/2006/main" noGrp="1"/>
          </p:cNvSpPr>
          <p:nvPr/>
        </p:nvSpPr>
        <p:spPr>
          <a:xfrm xmlns:a="http://schemas.openxmlformats.org/drawingml/2006/main">
            <a:off x="377190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9054DC85-ED54-4B0C-9283-859BD0E90795}"/>
              </a:ext>
            </a:extLst>
          </p:cNvPr>
          <p:cNvSpPr>
            <a:spLocks xmlns:a="http://schemas.openxmlformats.org/drawingml/2006/main" noGrp="1"/>
          </p:cNvSpPr>
          <p:nvPr/>
        </p:nvSpPr>
        <p:spPr>
          <a:xfrm xmlns:a="http://schemas.openxmlformats.org/drawingml/2006/main">
            <a:off x="369570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UNCERTAINTY</a:t>
            </a:r>
          </a:p>
        </p:txBody>
      </p:sp>
      <p:sp>
        <p:nvSpPr>
          <p:cNvPr id="22" name="">
            <a:extLst xmlns:a="http://schemas.openxmlformats.org/drawingml/2006/main">
              <a:ext uri="{FF2B5EF4-FFF2-40B4-BE49-F238E27FC236}">
                <a16:creationId xmlns:a16="http://schemas.microsoft.com/office/drawing/2014/main" id="{A62FD42A-8ED8-4740-839D-E5370F548A9C}"/>
              </a:ext>
            </a:extLst>
          </p:cNvPr>
          <p:cNvSpPr>
            <a:spLocks xmlns:a="http://schemas.openxmlformats.org/drawingml/2006/main" noGrp="1"/>
          </p:cNvSpPr>
          <p:nvPr/>
        </p:nvSpPr>
        <p:spPr>
          <a:xfrm xmlns:a="http://schemas.openxmlformats.org/drawingml/2006/main">
            <a:off x="367665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Spatial spread plus token confidence</a:t>
            </a:r>
          </a:p>
        </p:txBody>
      </p:sp>
      <p:sp>
        <p:nvSpPr>
          <p:cNvPr id="23" name="">
            <a:extLst xmlns:a="http://schemas.openxmlformats.org/drawingml/2006/main">
              <a:ext uri="{FF2B5EF4-FFF2-40B4-BE49-F238E27FC236}">
                <a16:creationId xmlns:a16="http://schemas.microsoft.com/office/drawing/2014/main" id="{77095820-EDEC-46C2-A6C6-49F130ED8D2D}"/>
              </a:ext>
            </a:extLst>
          </p:cNvPr>
          <p:cNvSpPr>
            <a:spLocks xmlns:a="http://schemas.openxmlformats.org/drawingml/2006/main" noGrp="1"/>
          </p:cNvSpPr>
          <p:nvPr/>
        </p:nvSpPr>
        <p:spPr>
          <a:xfrm xmlns:a="http://schemas.openxmlformats.org/drawingml/2006/main">
            <a:off x="4895850"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663785F-2385-49A8-919B-A599A7F20228}"/>
              </a:ext>
            </a:extLst>
          </p:cNvPr>
          <p:cNvSpPr>
            <a:spLocks xmlns:a="http://schemas.openxmlformats.org/drawingml/2006/main" noGrp="1"/>
          </p:cNvSpPr>
          <p:nvPr/>
        </p:nvSpPr>
        <p:spPr>
          <a:xfrm xmlns:a="http://schemas.openxmlformats.org/drawingml/2006/main">
            <a:off x="5038725" y="1809750"/>
            <a:ext cx="1333500" cy="1162050"/>
          </a:xfrm>
          <a:prstGeom xmlns:a="http://schemas.openxmlformats.org/drawingml/2006/main" prst="roundRect">
            <a:avLst>
              <a:gd name="adj" fmla="val 6557"/>
            </a:avLst>
          </a:prstGeom>
          <a:solidFill xmlns:a="http://schemas.openxmlformats.org/drawingml/2006/main">
            <a:srgbClr val="DDEFE7"/>
          </a:solidFill>
          <a:ln xmlns:a="http://schemas.openxmlformats.org/drawingml/2006/main" w="9525">
            <a:solidFill>
              <a:srgbClr val="18A875"/>
            </a:solidFill>
          </a:ln>
        </p:spPr>
      </p:sp>
      <p:sp>
        <p:nvSpPr>
          <p:cNvPr id="25" name="">
            <a:extLst xmlns:a="http://schemas.openxmlformats.org/drawingml/2006/main">
              <a:ext uri="{FF2B5EF4-FFF2-40B4-BE49-F238E27FC236}">
                <a16:creationId xmlns:a16="http://schemas.microsoft.com/office/drawing/2014/main" id="{0715DA42-C995-4281-A3BD-0BC077CC5ACD}"/>
              </a:ext>
            </a:extLst>
          </p:cNvPr>
          <p:cNvSpPr>
            <a:spLocks xmlns:a="http://schemas.openxmlformats.org/drawingml/2006/main" noGrp="1"/>
          </p:cNvSpPr>
          <p:nvPr/>
        </p:nvSpPr>
        <p:spPr>
          <a:xfrm xmlns:a="http://schemas.openxmlformats.org/drawingml/2006/main">
            <a:off x="5153025" y="1924050"/>
            <a:ext cx="3238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13EEED5-7D45-467D-B8FA-D6A91E9DC836}"/>
              </a:ext>
            </a:extLst>
          </p:cNvPr>
          <p:cNvSpPr>
            <a:spLocks xmlns:a="http://schemas.openxmlformats.org/drawingml/2006/main" noGrp="1"/>
          </p:cNvSpPr>
          <p:nvPr/>
        </p:nvSpPr>
        <p:spPr>
          <a:xfrm xmlns:a="http://schemas.openxmlformats.org/drawingml/2006/main">
            <a:off x="5248275"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5FD2DF72-11D4-4D9D-A23C-1624CAB290CF}"/>
              </a:ext>
            </a:extLst>
          </p:cNvPr>
          <p:cNvSpPr>
            <a:spLocks xmlns:a="http://schemas.openxmlformats.org/drawingml/2006/main" noGrp="1"/>
          </p:cNvSpPr>
          <p:nvPr/>
        </p:nvSpPr>
        <p:spPr>
          <a:xfrm xmlns:a="http://schemas.openxmlformats.org/drawingml/2006/main">
            <a:off x="5172075"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ROUTE</a:t>
            </a:r>
          </a:p>
        </p:txBody>
      </p:sp>
      <p:sp>
        <p:nvSpPr>
          <p:cNvPr id="28" name="">
            <a:extLst xmlns:a="http://schemas.openxmlformats.org/drawingml/2006/main">
              <a:ext uri="{FF2B5EF4-FFF2-40B4-BE49-F238E27FC236}">
                <a16:creationId xmlns:a16="http://schemas.microsoft.com/office/drawing/2014/main" id="{7D1C6F02-B6B7-44C8-82DD-217D2AC01F90}"/>
              </a:ext>
            </a:extLst>
          </p:cNvPr>
          <p:cNvSpPr>
            <a:spLocks xmlns:a="http://schemas.openxmlformats.org/drawingml/2006/main" noGrp="1"/>
          </p:cNvSpPr>
          <p:nvPr/>
        </p:nvSpPr>
        <p:spPr>
          <a:xfrm xmlns:a="http://schemas.openxmlformats.org/drawingml/2006/main">
            <a:off x="5153025"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Tight: click</a:t>
            </a:r>
          </a:p>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Broad: crop</a:t>
            </a:r>
          </a:p>
        </p:txBody>
      </p:sp>
      <p:sp>
        <p:nvSpPr>
          <p:cNvPr id="29" name="">
            <a:extLst xmlns:a="http://schemas.openxmlformats.org/drawingml/2006/main">
              <a:ext uri="{FF2B5EF4-FFF2-40B4-BE49-F238E27FC236}">
                <a16:creationId xmlns:a16="http://schemas.microsoft.com/office/drawing/2014/main" id="{EDF52537-4951-4AFE-A3C1-A47B13716FEF}"/>
              </a:ext>
            </a:extLst>
          </p:cNvPr>
          <p:cNvSpPr>
            <a:spLocks xmlns:a="http://schemas.openxmlformats.org/drawingml/2006/main" noGrp="1"/>
          </p:cNvSpPr>
          <p:nvPr/>
        </p:nvSpPr>
        <p:spPr>
          <a:xfrm xmlns:a="http://schemas.openxmlformats.org/drawingml/2006/main">
            <a:off x="6372225" y="2362200"/>
            <a:ext cx="142875" cy="381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E9F9E63-3634-4C14-8CD1-133559D956A3}"/>
              </a:ext>
            </a:extLst>
          </p:cNvPr>
          <p:cNvSpPr>
            <a:spLocks xmlns:a="http://schemas.openxmlformats.org/drawingml/2006/main" noGrp="1"/>
          </p:cNvSpPr>
          <p:nvPr/>
        </p:nvSpPr>
        <p:spPr>
          <a:xfrm xmlns:a="http://schemas.openxmlformats.org/drawingml/2006/main">
            <a:off x="6515100" y="1809750"/>
            <a:ext cx="1333500" cy="1162050"/>
          </a:xfrm>
          <a:prstGeom xmlns:a="http://schemas.openxmlformats.org/drawingml/2006/main" prst="roundRect">
            <a:avLst>
              <a:gd name="adj" fmla="val 6557"/>
            </a:avLst>
          </a:prstGeom>
          <a:solidFill xmlns:a="http://schemas.openxmlformats.org/drawingml/2006/main">
            <a:srgbClr val="E9EDF1"/>
          </a:solidFill>
          <a:ln xmlns:a="http://schemas.openxmlformats.org/drawingml/2006/main" w="9525">
            <a:solidFill>
              <a:srgbClr val="1C2733"/>
            </a:solidFill>
          </a:ln>
        </p:spPr>
      </p:sp>
      <p:sp>
        <p:nvSpPr>
          <p:cNvPr id="31" name="">
            <a:extLst xmlns:a="http://schemas.openxmlformats.org/drawingml/2006/main">
              <a:ext uri="{FF2B5EF4-FFF2-40B4-BE49-F238E27FC236}">
                <a16:creationId xmlns:a16="http://schemas.microsoft.com/office/drawing/2014/main" id="{707D68E1-4F0D-4038-9258-0F99FB3A80C7}"/>
              </a:ext>
            </a:extLst>
          </p:cNvPr>
          <p:cNvSpPr>
            <a:spLocks xmlns:a="http://schemas.openxmlformats.org/drawingml/2006/main" noGrp="1"/>
          </p:cNvSpPr>
          <p:nvPr/>
        </p:nvSpPr>
        <p:spPr>
          <a:xfrm xmlns:a="http://schemas.openxmlformats.org/drawingml/2006/main">
            <a:off x="6629400" y="1924050"/>
            <a:ext cx="3238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483ABB5-CB2E-4753-92DF-518CABA5F162}"/>
              </a:ext>
            </a:extLst>
          </p:cNvPr>
          <p:cNvSpPr>
            <a:spLocks xmlns:a="http://schemas.openxmlformats.org/drawingml/2006/main" noGrp="1"/>
          </p:cNvSpPr>
          <p:nvPr/>
        </p:nvSpPr>
        <p:spPr>
          <a:xfrm xmlns:a="http://schemas.openxmlformats.org/drawingml/2006/main">
            <a:off x="6724650" y="1943100"/>
            <a:ext cx="133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CDB56E6A-5DE5-4558-A629-FE2E70CEFC0D}"/>
              </a:ext>
            </a:extLst>
          </p:cNvPr>
          <p:cNvSpPr>
            <a:spLocks xmlns:a="http://schemas.openxmlformats.org/drawingml/2006/main" noGrp="1"/>
          </p:cNvSpPr>
          <p:nvPr/>
        </p:nvSpPr>
        <p:spPr>
          <a:xfrm xmlns:a="http://schemas.openxmlformats.org/drawingml/2006/main">
            <a:off x="6648450" y="22955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REFINE</a:t>
            </a:r>
          </a:p>
        </p:txBody>
      </p:sp>
      <p:sp>
        <p:nvSpPr>
          <p:cNvPr id="34" name="">
            <a:extLst xmlns:a="http://schemas.openxmlformats.org/drawingml/2006/main">
              <a:ext uri="{FF2B5EF4-FFF2-40B4-BE49-F238E27FC236}">
                <a16:creationId xmlns:a16="http://schemas.microsoft.com/office/drawing/2014/main" id="{B7963F65-3DAF-4A84-B573-D5CD956B021F}"/>
              </a:ext>
            </a:extLst>
          </p:cNvPr>
          <p:cNvSpPr>
            <a:spLocks xmlns:a="http://schemas.openxmlformats.org/drawingml/2006/main" noGrp="1"/>
          </p:cNvSpPr>
          <p:nvPr/>
        </p:nvSpPr>
        <p:spPr>
          <a:xfrm xmlns:a="http://schemas.openxmlformats.org/drawingml/2006/main">
            <a:off x="6629400" y="2552700"/>
            <a:ext cx="110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10151C"/>
                </a:solidFill>
                <a:latin typeface="Helvetica Neue"/>
                <a:ea typeface="Helvetica Neue"/>
                <a:cs typeface="Helvetica Neue"/>
              </a:defRPr>
            </a:pPr>
            <a:r>
              <a:rPr sz="900" b="0">
                <a:solidFill>
                  <a:srgbClr val="10151C"/>
                </a:solidFill>
                <a:latin typeface="Helvetica Neue"/>
                <a:ea typeface="Helvetica Neue"/>
                <a:cs typeface="Helvetica Neue"/>
              </a:rPr>
              <a:t>Raise resolution until stable or native</a:t>
            </a:r>
          </a:p>
        </p:txBody>
      </p:sp>
      <p:sp>
        <p:nvSpPr>
          <p:cNvPr id="35" name="">
            <a:extLst xmlns:a="http://schemas.openxmlformats.org/drawingml/2006/main">
              <a:ext uri="{FF2B5EF4-FFF2-40B4-BE49-F238E27FC236}">
                <a16:creationId xmlns:a16="http://schemas.microsoft.com/office/drawing/2014/main" id="{4C720E93-90BE-4E02-8D42-8610D3D680C2}"/>
              </a:ext>
            </a:extLst>
          </p:cNvPr>
          <p:cNvSpPr>
            <a:spLocks xmlns:a="http://schemas.openxmlformats.org/drawingml/2006/main" noGrp="1"/>
          </p:cNvSpPr>
          <p:nvPr/>
        </p:nvSpPr>
        <p:spPr>
          <a:xfrm xmlns:a="http://schemas.openxmlformats.org/drawingml/2006/main">
            <a:off x="609600" y="3200400"/>
            <a:ext cx="7239000" cy="1390650"/>
          </a:xfrm>
          <a:prstGeom xmlns:a="http://schemas.openxmlformats.org/drawingml/2006/main" prst="roundRect">
            <a:avLst>
              <a:gd name="adj" fmla="val 5479"/>
            </a:avLst>
          </a:prstGeom>
          <a:solidFill xmlns:a="http://schemas.openxmlformats.org/drawingml/2006/main">
            <a:srgbClr val="FFFFFF"/>
          </a:solidFill>
          <a:ln xmlns:a="http://schemas.openxmlformats.org/drawingml/2006/main" w="9525">
            <a:solidFill>
              <a:srgbClr val="D9D4C8"/>
            </a:solidFill>
          </a:ln>
        </p:spPr>
      </p:sp>
      <p:sp>
        <p:nvSpPr>
          <p:cNvPr id="36" name="">
            <a:extLst xmlns:a="http://schemas.openxmlformats.org/drawingml/2006/main">
              <a:ext uri="{FF2B5EF4-FFF2-40B4-BE49-F238E27FC236}">
                <a16:creationId xmlns:a16="http://schemas.microsoft.com/office/drawing/2014/main" id="{BA903F24-BDA0-4CF7-9E07-3831C52B8079}"/>
              </a:ext>
            </a:extLst>
          </p:cNvPr>
          <p:cNvSpPr>
            <a:spLocks xmlns:a="http://schemas.openxmlformats.org/drawingml/2006/main" noGrp="1"/>
          </p:cNvSpPr>
          <p:nvPr/>
        </p:nvSpPr>
        <p:spPr>
          <a:xfrm xmlns:a="http://schemas.openxmlformats.org/drawingml/2006/main">
            <a:off x="838200" y="3409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RESEARCH WEDGE</a:t>
            </a:r>
          </a:p>
        </p:txBody>
      </p:sp>
      <p:sp>
        <p:nvSpPr>
          <p:cNvPr id="37" name="">
            <a:extLst xmlns:a="http://schemas.openxmlformats.org/drawingml/2006/main">
              <a:ext uri="{FF2B5EF4-FFF2-40B4-BE49-F238E27FC236}">
                <a16:creationId xmlns:a16="http://schemas.microsoft.com/office/drawing/2014/main" id="{A0CE1D3A-85A5-44E7-AA47-00B52146E6E8}"/>
              </a:ext>
            </a:extLst>
          </p:cNvPr>
          <p:cNvSpPr>
            <a:spLocks xmlns:a="http://schemas.openxmlformats.org/drawingml/2006/main" noGrp="1"/>
          </p:cNvSpPr>
          <p:nvPr/>
        </p:nvSpPr>
        <p:spPr>
          <a:xfrm xmlns:a="http://schemas.openxmlformats.org/drawingml/2006/main">
            <a:off x="838200" y="369570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307"/>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Guarded stochastic sampling exposes the selected miss without breaking JSON.</a:t>
            </a:r>
          </a:p>
        </p:txBody>
      </p:sp>
      <p:sp>
        <p:nvSpPr>
          <p:cNvPr id="38" name="">
            <a:extLst xmlns:a="http://schemas.openxmlformats.org/drawingml/2006/main">
              <a:ext uri="{FF2B5EF4-FFF2-40B4-BE49-F238E27FC236}">
                <a16:creationId xmlns:a16="http://schemas.microsoft.com/office/drawing/2014/main" id="{FC11EE9B-E85E-4031-96A3-553B99EA511C}"/>
              </a:ext>
            </a:extLst>
          </p:cNvPr>
          <p:cNvSpPr>
            <a:spLocks xmlns:a="http://schemas.openxmlformats.org/drawingml/2006/main" noGrp="1"/>
          </p:cNvSpPr>
          <p:nvPr/>
        </p:nvSpPr>
        <p:spPr>
          <a:xfrm xmlns:a="http://schemas.openxmlformats.org/drawingml/2006/main">
            <a:off x="838200" y="405765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The two-case result supports a larger calibration study. Test whether spread plus token confidence can route uncertain low-resolution cases to a crop while easy cases stop after one pass.</a:t>
            </a:r>
          </a:p>
        </p:txBody>
      </p:sp>
      <p:sp>
        <p:nvSpPr>
          <p:cNvPr id="39" name="">
            <a:extLst xmlns:a="http://schemas.openxmlformats.org/drawingml/2006/main">
              <a:ext uri="{FF2B5EF4-FFF2-40B4-BE49-F238E27FC236}">
                <a16:creationId xmlns:a16="http://schemas.microsoft.com/office/drawing/2014/main" id="{7AC31891-1145-4468-94C1-D8D928E79065}"/>
              </a:ext>
            </a:extLst>
          </p:cNvPr>
          <p:cNvSpPr>
            <a:spLocks xmlns:a="http://schemas.openxmlformats.org/drawingml/2006/main" noGrp="1"/>
          </p:cNvSpPr>
          <p:nvPr/>
        </p:nvSpPr>
        <p:spPr>
          <a:xfrm xmlns:a="http://schemas.openxmlformats.org/drawingml/2006/main">
            <a:off x="8134350" y="1524000"/>
            <a:ext cx="3448050" cy="3067050"/>
          </a:xfrm>
          <a:prstGeom xmlns:a="http://schemas.openxmlformats.org/drawingml/2006/main" prst="roundRect">
            <a:avLst>
              <a:gd name="adj" fmla="val 2484"/>
            </a:avLst>
          </a:prstGeom>
          <a:solidFill xmlns:a="http://schemas.openxmlformats.org/drawingml/2006/main">
            <a:srgbClr val="1C273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3CF5744-01F9-4B78-B836-9B4CB55E3979}"/>
              </a:ext>
            </a:extLst>
          </p:cNvPr>
          <p:cNvSpPr>
            <a:spLocks xmlns:a="http://schemas.openxmlformats.org/drawingml/2006/main" noGrp="1"/>
          </p:cNvSpPr>
          <p:nvPr/>
        </p:nvSpPr>
        <p:spPr>
          <a:xfrm xmlns:a="http://schemas.openxmlformats.org/drawingml/2006/main">
            <a:off x="8382000" y="17335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LOCAL FEASIBILITY · n=2</a:t>
            </a:r>
          </a:p>
        </p:txBody>
      </p:sp>
      <p:sp>
        <p:nvSpPr>
          <p:cNvPr id="41" name="">
            <a:extLst xmlns:a="http://schemas.openxmlformats.org/drawingml/2006/main">
              <a:ext uri="{FF2B5EF4-FFF2-40B4-BE49-F238E27FC236}">
                <a16:creationId xmlns:a16="http://schemas.microsoft.com/office/drawing/2014/main" id="{08A83A9B-4317-4627-A03C-EC596237A590}"/>
              </a:ext>
            </a:extLst>
          </p:cNvPr>
          <p:cNvSpPr>
            <a:spLocks xmlns:a="http://schemas.openxmlformats.org/drawingml/2006/main" noGrp="1"/>
          </p:cNvSpPr>
          <p:nvPr/>
        </p:nvSpPr>
        <p:spPr>
          <a:xfrm xmlns:a="http://schemas.openxmlformats.org/drawingml/2006/main">
            <a:off x="8382000" y="1981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Quarter-resolution candidate spread</a:t>
            </a:r>
          </a:p>
        </p:txBody>
      </p:sp>
      <p:sp>
        <p:nvSpPr>
          <p:cNvPr id="42" name="">
            <a:extLst xmlns:a="http://schemas.openxmlformats.org/drawingml/2006/main">
              <a:ext uri="{FF2B5EF4-FFF2-40B4-BE49-F238E27FC236}">
                <a16:creationId xmlns:a16="http://schemas.microsoft.com/office/drawing/2014/main" id="{67CCC053-E866-4F14-8D6B-411D02C9DC59}"/>
              </a:ext>
            </a:extLst>
          </p:cNvPr>
          <p:cNvSpPr>
            <a:spLocks xmlns:a="http://schemas.openxmlformats.org/drawingml/2006/main" noGrp="1"/>
          </p:cNvSpPr>
          <p:nvPr/>
        </p:nvSpPr>
        <p:spPr>
          <a:xfrm xmlns:a="http://schemas.openxmlformats.org/drawingml/2006/main">
            <a:off x="8382000" y="2324100"/>
            <a:ext cx="14287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9FC8F0"/>
                </a:solidFill>
                <a:latin typeface="Helvetica Neue"/>
                <a:ea typeface="Helvetica Neue"/>
                <a:cs typeface="Helvetica Neue"/>
              </a:defRPr>
            </a:pPr>
            <a:r>
              <a:rPr sz="675" b="1">
                <a:solidFill>
                  <a:srgbClr val="9FC8F0"/>
                </a:solidFill>
                <a:latin typeface="Helvetica Neue"/>
                <a:ea typeface="Helvetica Neue"/>
                <a:cs typeface="Helvetica Neue"/>
              </a:rPr>
              <a:t>DETERMINISTIC BEAMS</a:t>
            </a:r>
          </a:p>
        </p:txBody>
      </p:sp>
      <p:sp>
        <p:nvSpPr>
          <p:cNvPr id="43" name="">
            <a:extLst xmlns:a="http://schemas.openxmlformats.org/drawingml/2006/main">
              <a:ext uri="{FF2B5EF4-FFF2-40B4-BE49-F238E27FC236}">
                <a16:creationId xmlns:a16="http://schemas.microsoft.com/office/drawing/2014/main" id="{38FA52F4-0006-4769-9FBB-13103714CACE}"/>
              </a:ext>
            </a:extLst>
          </p:cNvPr>
          <p:cNvSpPr>
            <a:spLocks xmlns:a="http://schemas.openxmlformats.org/drawingml/2006/main" noGrp="1"/>
          </p:cNvSpPr>
          <p:nvPr/>
        </p:nvSpPr>
        <p:spPr>
          <a:xfrm xmlns:a="http://schemas.openxmlformats.org/drawingml/2006/main">
            <a:off x="8382000" y="251460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Hit 2.55 · 4/4</a:t>
            </a:r>
          </a:p>
        </p:txBody>
      </p:sp>
      <p:sp>
        <p:nvSpPr>
          <p:cNvPr id="44" name="">
            <a:extLst xmlns:a="http://schemas.openxmlformats.org/drawingml/2006/main">
              <a:ext uri="{FF2B5EF4-FFF2-40B4-BE49-F238E27FC236}">
                <a16:creationId xmlns:a16="http://schemas.microsoft.com/office/drawing/2014/main" id="{C0243683-05EC-4874-8F63-13768F4ACE91}"/>
              </a:ext>
            </a:extLst>
          </p:cNvPr>
          <p:cNvSpPr>
            <a:spLocks xmlns:a="http://schemas.openxmlformats.org/drawingml/2006/main" noGrp="1"/>
          </p:cNvSpPr>
          <p:nvPr/>
        </p:nvSpPr>
        <p:spPr>
          <a:xfrm xmlns:a="http://schemas.openxmlformats.org/drawingml/2006/main">
            <a:off x="9848850" y="2514600"/>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Miss 1.12 · 0/4</a:t>
            </a:r>
          </a:p>
        </p:txBody>
      </p:sp>
      <p:sp>
        <p:nvSpPr>
          <p:cNvPr id="45" name="">
            <a:extLst xmlns:a="http://schemas.openxmlformats.org/drawingml/2006/main">
              <a:ext uri="{FF2B5EF4-FFF2-40B4-BE49-F238E27FC236}">
                <a16:creationId xmlns:a16="http://schemas.microsoft.com/office/drawing/2014/main" id="{B28ACEF1-12D4-471A-A794-1A829DBA0440}"/>
              </a:ext>
            </a:extLst>
          </p:cNvPr>
          <p:cNvSpPr>
            <a:spLocks xmlns:a="http://schemas.openxmlformats.org/drawingml/2006/main" noGrp="1"/>
          </p:cNvSpPr>
          <p:nvPr/>
        </p:nvSpPr>
        <p:spPr>
          <a:xfrm xmlns:a="http://schemas.openxmlformats.org/drawingml/2006/main">
            <a:off x="8382000" y="2819400"/>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D67ED0C-DBB8-4A2A-8FD4-47F979A32566}"/>
              </a:ext>
            </a:extLst>
          </p:cNvPr>
          <p:cNvSpPr>
            <a:spLocks xmlns:a="http://schemas.openxmlformats.org/drawingml/2006/main" noGrp="1"/>
          </p:cNvSpPr>
          <p:nvPr/>
        </p:nvSpPr>
        <p:spPr>
          <a:xfrm xmlns:a="http://schemas.openxmlformats.org/drawingml/2006/main">
            <a:off x="8382000" y="297180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1">
                <a:solidFill>
                  <a:srgbClr val="E5B249"/>
                </a:solidFill>
                <a:latin typeface="Helvetica Neue"/>
                <a:ea typeface="Helvetica Neue"/>
                <a:cs typeface="Helvetica Neue"/>
              </a:defRPr>
            </a:pPr>
            <a:r>
              <a:rPr sz="675" b="1">
                <a:solidFill>
                  <a:srgbClr val="E5B249"/>
                </a:solidFill>
                <a:latin typeface="Helvetica Neue"/>
                <a:ea typeface="Helvetica Neue"/>
                <a:cs typeface="Helvetica Neue"/>
              </a:rPr>
              <a:t>GUARDED STOCHASTIC SAMPLES</a:t>
            </a:r>
          </a:p>
        </p:txBody>
      </p:sp>
      <p:sp>
        <p:nvSpPr>
          <p:cNvPr id="47" name="">
            <a:extLst xmlns:a="http://schemas.openxmlformats.org/drawingml/2006/main">
              <a:ext uri="{FF2B5EF4-FFF2-40B4-BE49-F238E27FC236}">
                <a16:creationId xmlns:a16="http://schemas.microsoft.com/office/drawing/2014/main" id="{0BDF7748-15CE-4CD1-B12B-380AE229246B}"/>
              </a:ext>
            </a:extLst>
          </p:cNvPr>
          <p:cNvSpPr>
            <a:spLocks xmlns:a="http://schemas.openxmlformats.org/drawingml/2006/main" noGrp="1"/>
          </p:cNvSpPr>
          <p:nvPr/>
        </p:nvSpPr>
        <p:spPr>
          <a:xfrm xmlns:a="http://schemas.openxmlformats.org/drawingml/2006/main">
            <a:off x="8382000" y="3162300"/>
            <a:ext cx="1352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BDE7D8"/>
                </a:solidFill>
                <a:latin typeface="Helvetica Neue"/>
                <a:ea typeface="Helvetica Neue"/>
                <a:cs typeface="Helvetica Neue"/>
              </a:defRPr>
            </a:pPr>
            <a:r>
              <a:rPr sz="1275" b="1">
                <a:solidFill>
                  <a:srgbClr val="BDE7D8"/>
                </a:solidFill>
                <a:latin typeface="Helvetica Neue"/>
                <a:ea typeface="Helvetica Neue"/>
                <a:cs typeface="Helvetica Neue"/>
              </a:rPr>
              <a:t>Hit 15.46 · 8/8</a:t>
            </a:r>
          </a:p>
        </p:txBody>
      </p:sp>
      <p:sp>
        <p:nvSpPr>
          <p:cNvPr id="48" name="">
            <a:extLst xmlns:a="http://schemas.openxmlformats.org/drawingml/2006/main">
              <a:ext uri="{FF2B5EF4-FFF2-40B4-BE49-F238E27FC236}">
                <a16:creationId xmlns:a16="http://schemas.microsoft.com/office/drawing/2014/main" id="{CA12252B-ECCC-4F88-A9F4-60406EF1B6EE}"/>
              </a:ext>
            </a:extLst>
          </p:cNvPr>
          <p:cNvSpPr>
            <a:spLocks xmlns:a="http://schemas.openxmlformats.org/drawingml/2006/main" noGrp="1"/>
          </p:cNvSpPr>
          <p:nvPr/>
        </p:nvSpPr>
        <p:spPr>
          <a:xfrm xmlns:a="http://schemas.openxmlformats.org/drawingml/2006/main">
            <a:off x="9753600" y="3162300"/>
            <a:ext cx="1485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a:solidFill>
                  <a:srgbClr val="F6B9AA"/>
                </a:solidFill>
                <a:latin typeface="Helvetica Neue"/>
                <a:ea typeface="Helvetica Neue"/>
                <a:cs typeface="Helvetica Neue"/>
              </a:defRPr>
            </a:pPr>
            <a:r>
              <a:rPr sz="1275" b="1">
                <a:solidFill>
                  <a:srgbClr val="F6B9AA"/>
                </a:solidFill>
                <a:latin typeface="Helvetica Neue"/>
                <a:ea typeface="Helvetica Neue"/>
                <a:cs typeface="Helvetica Neue"/>
              </a:rPr>
              <a:t>Miss 83.62 · 0/8</a:t>
            </a:r>
          </a:p>
        </p:txBody>
      </p:sp>
      <p:sp>
        <p:nvSpPr>
          <p:cNvPr id="49" name="">
            <a:extLst xmlns:a="http://schemas.openxmlformats.org/drawingml/2006/main">
              <a:ext uri="{FF2B5EF4-FFF2-40B4-BE49-F238E27FC236}">
                <a16:creationId xmlns:a16="http://schemas.microsoft.com/office/drawing/2014/main" id="{1FC8631E-B2ED-485D-BAA7-347DAA11FA59}"/>
              </a:ext>
            </a:extLst>
          </p:cNvPr>
          <p:cNvSpPr>
            <a:spLocks xmlns:a="http://schemas.openxmlformats.org/drawingml/2006/main" noGrp="1"/>
          </p:cNvSpPr>
          <p:nvPr/>
        </p:nvSpPr>
        <p:spPr>
          <a:xfrm xmlns:a="http://schemas.openxmlformats.org/drawingml/2006/main">
            <a:off x="8382000" y="346710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0">
                <a:solidFill>
                  <a:srgbClr val="B9C3CD"/>
                </a:solidFill>
                <a:latin typeface="Helvetica Neue"/>
                <a:ea typeface="Helvetica Neue"/>
                <a:cs typeface="Helvetica Neue"/>
              </a:defRPr>
            </a:pPr>
            <a:r>
              <a:rPr sz="675" b="0">
                <a:solidFill>
                  <a:srgbClr val="B9C3CD"/>
                </a:solidFill>
                <a:latin typeface="Helvetica Neue"/>
                <a:ea typeface="Helvetica Neue"/>
                <a:cs typeface="Helvetica Neue"/>
              </a:rPr>
              <a:t>T=0.8 · sample only when ≥2 tokens fall within 5 nats</a:t>
            </a:r>
          </a:p>
        </p:txBody>
      </p:sp>
      <p:sp>
        <p:nvSpPr>
          <p:cNvPr id="50" name="">
            <a:extLst xmlns:a="http://schemas.openxmlformats.org/drawingml/2006/main">
              <a:ext uri="{FF2B5EF4-FFF2-40B4-BE49-F238E27FC236}">
                <a16:creationId xmlns:a16="http://schemas.microsoft.com/office/drawing/2014/main" id="{B58A41C1-D60C-469A-998B-08AF90B65C5C}"/>
              </a:ext>
            </a:extLst>
          </p:cNvPr>
          <p:cNvSpPr>
            <a:spLocks xmlns:a="http://schemas.openxmlformats.org/drawingml/2006/main" noGrp="1"/>
          </p:cNvSpPr>
          <p:nvPr/>
        </p:nvSpPr>
        <p:spPr>
          <a:xfrm xmlns:a="http://schemas.openxmlformats.org/drawingml/2006/main">
            <a:off x="8382000" y="3733800"/>
            <a:ext cx="2857500" cy="476250"/>
          </a:xfrm>
          <a:prstGeom xmlns:a="http://schemas.openxmlformats.org/drawingml/2006/main" prst="roundRect">
            <a:avLst>
              <a:gd name="adj" fmla="val 16000"/>
            </a:avLst>
          </a:prstGeom>
          <a:solidFill xmlns:a="http://schemas.openxmlformats.org/drawingml/2006/main">
            <a:srgbClr val="18A875"/>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B6968E7-909D-45F7-920C-2EE6697D8AD0}"/>
              </a:ext>
            </a:extLst>
          </p:cNvPr>
          <p:cNvSpPr>
            <a:spLocks xmlns:a="http://schemas.openxmlformats.org/drawingml/2006/main" noGrp="1"/>
          </p:cNvSpPr>
          <p:nvPr/>
        </p:nvSpPr>
        <p:spPr>
          <a:xfrm xmlns:a="http://schemas.openxmlformats.org/drawingml/2006/main">
            <a:off x="8515350" y="38290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16/16 strict JSON outputs</a:t>
            </a:r>
          </a:p>
        </p:txBody>
      </p:sp>
      <p:sp>
        <p:nvSpPr>
          <p:cNvPr id="52" name="">
            <a:extLst xmlns:a="http://schemas.openxmlformats.org/drawingml/2006/main">
              <a:ext uri="{FF2B5EF4-FFF2-40B4-BE49-F238E27FC236}">
                <a16:creationId xmlns:a16="http://schemas.microsoft.com/office/drawing/2014/main" id="{95CD8DC5-2D3A-4207-8ED9-1998A9FE4A26}"/>
              </a:ext>
            </a:extLst>
          </p:cNvPr>
          <p:cNvSpPr>
            <a:spLocks xmlns:a="http://schemas.openxmlformats.org/drawingml/2006/main" noGrp="1"/>
          </p:cNvSpPr>
          <p:nvPr/>
        </p:nvSpPr>
        <p:spPr>
          <a:xfrm xmlns:a="http://schemas.openxmlformats.org/drawingml/2006/main">
            <a:off x="8382000" y="4324350"/>
            <a:ext cx="2857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1">
                <a:solidFill>
                  <a:srgbClr val="B9C3CD"/>
                </a:solidFill>
                <a:latin typeface="Helvetica Neue"/>
                <a:ea typeface="Helvetica Neue"/>
                <a:cs typeface="Helvetica Neue"/>
              </a:defRPr>
            </a:pPr>
            <a:r>
              <a:rPr sz="750" b="1">
                <a:solidFill>
                  <a:srgbClr val="B9C3CD"/>
                </a:solidFill>
                <a:latin typeface="Helvetica Neue"/>
                <a:ea typeface="Helvetica Neue"/>
                <a:cs typeface="Helvetica Neue"/>
              </a:rPr>
              <a:t>Exact stochastic click overlays in Appendix A1</a:t>
            </a:r>
          </a:p>
        </p:txBody>
      </p:sp>
      <p:sp>
        <p:nvSpPr>
          <p:cNvPr id="53" name="">
            <a:extLst xmlns:a="http://schemas.openxmlformats.org/drawingml/2006/main">
              <a:ext uri="{FF2B5EF4-FFF2-40B4-BE49-F238E27FC236}">
                <a16:creationId xmlns:a16="http://schemas.microsoft.com/office/drawing/2014/main" id="{947D78B3-F536-4AE4-990F-4E6347B6FA76}"/>
              </a:ext>
            </a:extLst>
          </p:cNvPr>
          <p:cNvSpPr>
            <a:spLocks xmlns:a="http://schemas.openxmlformats.org/drawingml/2006/main" noGrp="1"/>
          </p:cNvSpPr>
          <p:nvPr/>
        </p:nvSpPr>
        <p:spPr>
          <a:xfrm xmlns:a="http://schemas.openxmlformats.org/drawingml/2006/main">
            <a:off x="6096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HYPOTHESIS</a:t>
            </a:r>
          </a:p>
        </p:txBody>
      </p:sp>
      <p:sp>
        <p:nvSpPr>
          <p:cNvPr id="54" name="">
            <a:extLst xmlns:a="http://schemas.openxmlformats.org/drawingml/2006/main">
              <a:ext uri="{FF2B5EF4-FFF2-40B4-BE49-F238E27FC236}">
                <a16:creationId xmlns:a16="http://schemas.microsoft.com/office/drawing/2014/main" id="{238A4313-88DC-482C-91AF-E74D7332E83C}"/>
              </a:ext>
            </a:extLst>
          </p:cNvPr>
          <p:cNvSpPr>
            <a:spLocks xmlns:a="http://schemas.openxmlformats.org/drawingml/2006/main" noGrp="1"/>
          </p:cNvSpPr>
          <p:nvPr/>
        </p:nvSpPr>
        <p:spPr>
          <a:xfrm xmlns:a="http://schemas.openxmlformats.org/drawingml/2006/main">
            <a:off x="6096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Adaptive routing recovers low-resolution misses while skipping a second pass on easy cases.</a:t>
            </a:r>
          </a:p>
        </p:txBody>
      </p:sp>
      <p:sp>
        <p:nvSpPr>
          <p:cNvPr id="55" name="">
            <a:extLst xmlns:a="http://schemas.openxmlformats.org/drawingml/2006/main">
              <a:ext uri="{FF2B5EF4-FFF2-40B4-BE49-F238E27FC236}">
                <a16:creationId xmlns:a16="http://schemas.microsoft.com/office/drawing/2014/main" id="{4FF0D324-17B9-42AF-A713-6C9C2F211DF2}"/>
              </a:ext>
            </a:extLst>
          </p:cNvPr>
          <p:cNvSpPr>
            <a:spLocks xmlns:a="http://schemas.openxmlformats.org/drawingml/2006/main" noGrp="1"/>
          </p:cNvSpPr>
          <p:nvPr/>
        </p:nvSpPr>
        <p:spPr>
          <a:xfrm xmlns:a="http://schemas.openxmlformats.org/drawingml/2006/main">
            <a:off x="436245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EVALUATION</a:t>
            </a:r>
          </a:p>
        </p:txBody>
      </p:sp>
      <p:sp>
        <p:nvSpPr>
          <p:cNvPr id="56" name="">
            <a:extLst xmlns:a="http://schemas.openxmlformats.org/drawingml/2006/main">
              <a:ext uri="{FF2B5EF4-FFF2-40B4-BE49-F238E27FC236}">
                <a16:creationId xmlns:a16="http://schemas.microsoft.com/office/drawing/2014/main" id="{EB1C9938-B3E2-48B1-8154-B17C958A5046}"/>
              </a:ext>
            </a:extLst>
          </p:cNvPr>
          <p:cNvSpPr>
            <a:spLocks xmlns:a="http://schemas.openxmlformats.org/drawingml/2006/main" noGrp="1"/>
          </p:cNvSpPr>
          <p:nvPr/>
        </p:nvSpPr>
        <p:spPr>
          <a:xfrm xmlns:a="http://schemas.openxmlformats.org/drawingml/2006/main">
            <a:off x="436245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Strict click accuracy against pixels processed and p50/p95 latency on the 36-case native-success cohort.</a:t>
            </a:r>
          </a:p>
        </p:txBody>
      </p:sp>
      <p:sp>
        <p:nvSpPr>
          <p:cNvPr id="57" name="">
            <a:extLst xmlns:a="http://schemas.openxmlformats.org/drawingml/2006/main">
              <a:ext uri="{FF2B5EF4-FFF2-40B4-BE49-F238E27FC236}">
                <a16:creationId xmlns:a16="http://schemas.microsoft.com/office/drawing/2014/main" id="{B3F57D64-D006-4DB9-85ED-7F376C7B80C3}"/>
              </a:ext>
            </a:extLst>
          </p:cNvPr>
          <p:cNvSpPr>
            <a:spLocks xmlns:a="http://schemas.openxmlformats.org/drawingml/2006/main" noGrp="1"/>
          </p:cNvSpPr>
          <p:nvPr/>
        </p:nvSpPr>
        <p:spPr>
          <a:xfrm xmlns:a="http://schemas.openxmlformats.org/drawingml/2006/main">
            <a:off x="8115300" y="495300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BASELINES</a:t>
            </a:r>
          </a:p>
        </p:txBody>
      </p:sp>
      <p:sp>
        <p:nvSpPr>
          <p:cNvPr id="58" name="">
            <a:extLst xmlns:a="http://schemas.openxmlformats.org/drawingml/2006/main">
              <a:ext uri="{FF2B5EF4-FFF2-40B4-BE49-F238E27FC236}">
                <a16:creationId xmlns:a16="http://schemas.microsoft.com/office/drawing/2014/main" id="{F46E2E42-7ADF-4328-ADCE-E5143179AA2C}"/>
              </a:ext>
            </a:extLst>
          </p:cNvPr>
          <p:cNvSpPr>
            <a:spLocks xmlns:a="http://schemas.openxmlformats.org/drawingml/2006/main" noGrp="1"/>
          </p:cNvSpPr>
          <p:nvPr/>
        </p:nvSpPr>
        <p:spPr>
          <a:xfrm xmlns:a="http://schemas.openxmlformats.org/drawingml/2006/main">
            <a:off x="8115300" y="5219700"/>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Quarter and native single pass, fixed two-pass zoom, deterministic beams, and stochastic uncertainty gating.</a:t>
            </a:r>
          </a:p>
        </p:txBody>
      </p:sp>
      <p:sp>
        <p:nvSpPr>
          <p:cNvPr id="59" name="">
            <a:extLst xmlns:a="http://schemas.openxmlformats.org/drawingml/2006/main">
              <a:ext uri="{FF2B5EF4-FFF2-40B4-BE49-F238E27FC236}">
                <a16:creationId xmlns:a16="http://schemas.microsoft.com/office/drawing/2014/main" id="{8381D04B-C7FB-4398-BF11-F99D33A0C45E}"/>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oundRect">
            <a:avLst>
              <a:gd name="adj" fmla="val 25000"/>
            </a:avLst>
          </a:prstGeom>
          <a:solidFill xmlns:a="http://schemas.openxmlformats.org/drawingml/2006/main">
            <a:srgbClr val="1C2733"/>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C9083528-B28F-4B15-9C5D-DBA9E5E03F9C}"/>
              </a:ext>
            </a:extLst>
          </p:cNvPr>
          <p:cNvSpPr>
            <a:spLocks xmlns:a="http://schemas.openxmlformats.org/drawingml/2006/main" noGrp="1"/>
          </p:cNvSpPr>
          <p:nvPr/>
        </p:nvSpPr>
        <p:spPr>
          <a:xfrm xmlns:a="http://schemas.openxmlformats.org/drawingml/2006/main">
            <a:off x="800100" y="6067425"/>
            <a:ext cx="10591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Adjacent to AutoFocus, UI-Zoomer, and ZoomClick · Holo-specific test of cheap beams, calibrated routing, and latency</a:t>
            </a:r>
          </a:p>
        </p:txBody>
      </p:sp>
      <p:sp>
        <p:nvSpPr>
          <p:cNvPr id="61" name="">
            <a:extLst xmlns:a="http://schemas.openxmlformats.org/drawingml/2006/main">
              <a:ext uri="{FF2B5EF4-FFF2-40B4-BE49-F238E27FC236}">
                <a16:creationId xmlns:a16="http://schemas.microsoft.com/office/drawing/2014/main" id="{93BBCAA4-DD72-4EDA-A706-4EFCBA56216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B1491CF4-61AB-44F8-9F6A-0929F1C6CFD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End of main deck. Two-case pilot tests feasibility, not benchmark accuracy or calibration.</a:t>
            </a:r>
          </a:p>
        </p:txBody>
      </p:sp>
    </p:spTree>
    <p:extLst>
      <p:ext uri="{BB962C8B-B14F-4D97-AF65-F5344CB8AC3E}">
        <p14:creationId xmlns:p14="http://schemas.microsoft.com/office/powerpoint/2010/main" val="1323016314"/>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C2367AAE-C2B7-41BC-9B94-3BD201C727A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SAMPLING PILOT</a:t>
            </a:r>
          </a:p>
        </p:txBody>
      </p:sp>
      <p:sp>
        <p:nvSpPr>
          <p:cNvPr id="2" name="">
            <a:extLst xmlns:a="http://schemas.openxmlformats.org/drawingml/2006/main">
              <a:ext uri="{FF2B5EF4-FFF2-40B4-BE49-F238E27FC236}">
                <a16:creationId xmlns:a16="http://schemas.microsoft.com/office/drawing/2014/main" id="{40E31EDF-15E6-4F20-8B90-7F040B28667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Guarded stochastic spread separates the selected cases</a:t>
            </a:r>
          </a:p>
        </p:txBody>
      </p:sp>
      <p:sp>
        <p:nvSpPr>
          <p:cNvPr id="3" name="">
            <a:extLst xmlns:a="http://schemas.openxmlformats.org/drawingml/2006/main">
              <a:ext uri="{FF2B5EF4-FFF2-40B4-BE49-F238E27FC236}">
                <a16:creationId xmlns:a16="http://schemas.microsoft.com/office/drawing/2014/main" id="{875EFDB4-6CE9-489A-9E2C-699E8CE3CE8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A1</a:t>
            </a:r>
          </a:p>
        </p:txBody>
      </p:sp>
      <p:sp>
        <p:nvSpPr>
          <p:cNvPr id="4" name="">
            <a:extLst xmlns:a="http://schemas.openxmlformats.org/drawingml/2006/main">
              <a:ext uri="{FF2B5EF4-FFF2-40B4-BE49-F238E27FC236}">
                <a16:creationId xmlns:a16="http://schemas.microsoft.com/office/drawing/2014/main" id="{F43D6CE6-348E-4CB5-AB70-491D96AC479B}"/>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Orange box: ScreenSpot-Pro oracle · blue dots: eight stochastic clicks · model input: 25% linear resize</a:t>
            </a:r>
          </a:p>
        </p:txBody>
      </p:sp>
      <p:sp>
        <p:nvSpPr>
          <p:cNvPr id="5" name="">
            <a:extLst xmlns:a="http://schemas.openxmlformats.org/drawingml/2006/main">
              <a:ext uri="{FF2B5EF4-FFF2-40B4-BE49-F238E27FC236}">
                <a16:creationId xmlns:a16="http://schemas.microsoft.com/office/drawing/2014/main" id="{12765E3A-E50E-4C88-9001-BD77D8EDC1CA}"/>
              </a:ext>
            </a:extLst>
          </p:cNvPr>
          <p:cNvSpPr>
            <a:spLocks xmlns:a="http://schemas.openxmlformats.org/drawingml/2006/main" noGrp="1"/>
          </p:cNvSpPr>
          <p:nvPr/>
        </p:nvSpPr>
        <p:spPr>
          <a:xfrm xmlns:a="http://schemas.openxmlformats.org/drawingml/2006/main">
            <a:off x="6096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KNOWN QUARTER-RESOLUTION HIT</a:t>
            </a:r>
          </a:p>
        </p:txBody>
      </p:sp>
      <p:sp>
        <p:nvSpPr>
          <p:cNvPr id="6" name="">
            <a:extLst xmlns:a="http://schemas.openxmlformats.org/drawingml/2006/main">
              <a:ext uri="{FF2B5EF4-FFF2-40B4-BE49-F238E27FC236}">
                <a16:creationId xmlns:a16="http://schemas.microsoft.com/office/drawing/2014/main" id="{937069B1-4B7C-4B11-B61D-D90E7BE01AA2}"/>
              </a:ext>
            </a:extLst>
          </p:cNvPr>
          <p:cNvSpPr>
            <a:spLocks xmlns:a="http://schemas.openxmlformats.org/drawingml/2006/main" noGrp="1"/>
          </p:cNvSpPr>
          <p:nvPr/>
        </p:nvSpPr>
        <p:spPr>
          <a:xfrm xmlns:a="http://schemas.openxmlformats.org/drawingml/2006/main">
            <a:off x="609600" y="1562100"/>
            <a:ext cx="525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Create a “Psychedelic vibrant” presentation</a:t>
            </a:r>
          </a:p>
        </p:txBody>
      </p:sp>
      <p:sp>
        <p:nvSpPr>
          <p:cNvPr id="7" name="">
            <a:extLst xmlns:a="http://schemas.openxmlformats.org/drawingml/2006/main">
              <a:ext uri="{FF2B5EF4-FFF2-40B4-BE49-F238E27FC236}">
                <a16:creationId xmlns:a16="http://schemas.microsoft.com/office/drawing/2014/main" id="{A7B2A848-0107-4281-9DA2-B4B45FBA2C41}"/>
              </a:ext>
            </a:extLst>
          </p:cNvPr>
          <p:cNvSpPr>
            <a:spLocks xmlns:a="http://schemas.openxmlformats.org/drawingml/2006/main" noGrp="1"/>
          </p:cNvSpPr>
          <p:nvPr/>
        </p:nvSpPr>
        <p:spPr>
          <a:xfrm xmlns:a="http://schemas.openxmlformats.org/drawingml/2006/main">
            <a:off x="6477000" y="13906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KNOWN QUARTER-RESOLUTION MISS</a:t>
            </a:r>
          </a:p>
        </p:txBody>
      </p:sp>
      <p:sp>
        <p:nvSpPr>
          <p:cNvPr id="8" name="">
            <a:extLst xmlns:a="http://schemas.openxmlformats.org/drawingml/2006/main">
              <a:ext uri="{FF2B5EF4-FFF2-40B4-BE49-F238E27FC236}">
                <a16:creationId xmlns:a16="http://schemas.microsoft.com/office/drawing/2014/main" id="{10517530-45C7-4714-9726-EFDFC7F3D203}"/>
              </a:ext>
            </a:extLst>
          </p:cNvPr>
          <p:cNvSpPr>
            <a:spLocks xmlns:a="http://schemas.openxmlformats.org/drawingml/2006/main" noGrp="1"/>
          </p:cNvSpPr>
          <p:nvPr/>
        </p:nvSpPr>
        <p:spPr>
          <a:xfrm xmlns:a="http://schemas.openxmlformats.org/drawingml/2006/main">
            <a:off x="6477000" y="1562100"/>
            <a:ext cx="5105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Refresh the file explorer</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72979916f9a64f73"/>
          <a:stretch xmlns:a="http://schemas.openxmlformats.org/drawingml/2006/main"/>
        </p:blipFill>
        <p:spPr>
          <a:xfrm xmlns:a="http://schemas.openxmlformats.org/drawingml/2006/main">
            <a:off x="609600" y="1790700"/>
            <a:ext cx="5257800" cy="3286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E6B7037-BA48-4C5D-98ED-D6E8E540C466}"/>
              </a:ext>
            </a:extLst>
          </p:cNvPr>
          <p:cNvSpPr>
            <a:spLocks xmlns:a="http://schemas.openxmlformats.org/drawingml/2006/main" noGrp="1"/>
          </p:cNvSpPr>
          <p:nvPr/>
        </p:nvSpPr>
        <p:spPr>
          <a:xfrm xmlns:a="http://schemas.openxmlformats.org/drawingml/2006/main">
            <a:off x="609600" y="1790700"/>
            <a:ext cx="5257800"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71F2DDAB-01DD-4799-A26B-90455D96596D}"/>
              </a:ext>
            </a:extLst>
          </p:cNvPr>
          <p:cNvSpPr>
            <a:spLocks xmlns:a="http://schemas.openxmlformats.org/drawingml/2006/main" noGrp="1"/>
          </p:cNvSpPr>
          <p:nvPr/>
        </p:nvSpPr>
        <p:spPr>
          <a:xfrm xmlns:a="http://schemas.openxmlformats.org/drawingml/2006/main">
            <a:off x="2962831" y="2818527"/>
            <a:ext cx="365125" cy="253762"/>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12" name="">
            <a:extLst xmlns:a="http://schemas.openxmlformats.org/drawingml/2006/main">
              <a:ext uri="{FF2B5EF4-FFF2-40B4-BE49-F238E27FC236}">
                <a16:creationId xmlns:a16="http://schemas.microsoft.com/office/drawing/2014/main" id="{5D6AC509-B1C2-442E-9C53-A4D904864E24}"/>
              </a:ext>
            </a:extLst>
          </p:cNvPr>
          <p:cNvSpPr>
            <a:spLocks xmlns:a="http://schemas.openxmlformats.org/drawingml/2006/main" noGrp="1"/>
          </p:cNvSpPr>
          <p:nvPr/>
        </p:nvSpPr>
        <p:spPr>
          <a:xfrm xmlns:a="http://schemas.openxmlformats.org/drawingml/2006/main">
            <a:off x="3202381" y="2863977"/>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3" name="">
            <a:extLst xmlns:a="http://schemas.openxmlformats.org/drawingml/2006/main">
              <a:ext uri="{FF2B5EF4-FFF2-40B4-BE49-F238E27FC236}">
                <a16:creationId xmlns:a16="http://schemas.microsoft.com/office/drawing/2014/main" id="{D14D58F8-2380-4F25-9F1F-E44BD95E92C1}"/>
              </a:ext>
            </a:extLst>
          </p:cNvPr>
          <p:cNvSpPr>
            <a:spLocks xmlns:a="http://schemas.openxmlformats.org/drawingml/2006/main" noGrp="1"/>
          </p:cNvSpPr>
          <p:nvPr/>
        </p:nvSpPr>
        <p:spPr>
          <a:xfrm xmlns:a="http://schemas.openxmlformats.org/drawingml/2006/main">
            <a:off x="3118256" y="2880408"/>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4" name="">
            <a:extLst xmlns:a="http://schemas.openxmlformats.org/drawingml/2006/main">
              <a:ext uri="{FF2B5EF4-FFF2-40B4-BE49-F238E27FC236}">
                <a16:creationId xmlns:a16="http://schemas.microsoft.com/office/drawing/2014/main" id="{B90DCC20-B912-4835-9951-81DF3FA845B0}"/>
              </a:ext>
            </a:extLst>
          </p:cNvPr>
          <p:cNvSpPr>
            <a:spLocks xmlns:a="http://schemas.openxmlformats.org/drawingml/2006/main" noGrp="1"/>
          </p:cNvSpPr>
          <p:nvPr/>
        </p:nvSpPr>
        <p:spPr>
          <a:xfrm xmlns:a="http://schemas.openxmlformats.org/drawingml/2006/main">
            <a:off x="3065678" y="2870549"/>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5" name="">
            <a:extLst xmlns:a="http://schemas.openxmlformats.org/drawingml/2006/main">
              <a:ext uri="{FF2B5EF4-FFF2-40B4-BE49-F238E27FC236}">
                <a16:creationId xmlns:a16="http://schemas.microsoft.com/office/drawing/2014/main" id="{F7D23309-C059-4901-9713-DA864C1E5A0A}"/>
              </a:ext>
            </a:extLst>
          </p:cNvPr>
          <p:cNvSpPr>
            <a:spLocks xmlns:a="http://schemas.openxmlformats.org/drawingml/2006/main" noGrp="1"/>
          </p:cNvSpPr>
          <p:nvPr/>
        </p:nvSpPr>
        <p:spPr>
          <a:xfrm xmlns:a="http://schemas.openxmlformats.org/drawingml/2006/main">
            <a:off x="2992069" y="2929700"/>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6" name="">
            <a:extLst xmlns:a="http://schemas.openxmlformats.org/drawingml/2006/main">
              <a:ext uri="{FF2B5EF4-FFF2-40B4-BE49-F238E27FC236}">
                <a16:creationId xmlns:a16="http://schemas.microsoft.com/office/drawing/2014/main" id="{93A93460-DAD3-46E1-8983-E98BB7DF2172}"/>
              </a:ext>
            </a:extLst>
          </p:cNvPr>
          <p:cNvSpPr>
            <a:spLocks xmlns:a="http://schemas.openxmlformats.org/drawingml/2006/main" noGrp="1"/>
          </p:cNvSpPr>
          <p:nvPr/>
        </p:nvSpPr>
        <p:spPr>
          <a:xfrm xmlns:a="http://schemas.openxmlformats.org/drawingml/2006/main">
            <a:off x="3181350" y="2880408"/>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7" name="">
            <a:extLst xmlns:a="http://schemas.openxmlformats.org/drawingml/2006/main">
              <a:ext uri="{FF2B5EF4-FFF2-40B4-BE49-F238E27FC236}">
                <a16:creationId xmlns:a16="http://schemas.microsoft.com/office/drawing/2014/main" id="{D9C2116E-9DBD-4FD2-B464-DD49DDB69855}"/>
              </a:ext>
            </a:extLst>
          </p:cNvPr>
          <p:cNvSpPr>
            <a:spLocks xmlns:a="http://schemas.openxmlformats.org/drawingml/2006/main" noGrp="1"/>
          </p:cNvSpPr>
          <p:nvPr/>
        </p:nvSpPr>
        <p:spPr>
          <a:xfrm xmlns:a="http://schemas.openxmlformats.org/drawingml/2006/main">
            <a:off x="3107741" y="2919841"/>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8" name="">
            <a:extLst xmlns:a="http://schemas.openxmlformats.org/drawingml/2006/main">
              <a:ext uri="{FF2B5EF4-FFF2-40B4-BE49-F238E27FC236}">
                <a16:creationId xmlns:a16="http://schemas.microsoft.com/office/drawing/2014/main" id="{D7983877-6DBA-4715-BD91-1B60AF9DC1FE}"/>
              </a:ext>
            </a:extLst>
          </p:cNvPr>
          <p:cNvSpPr>
            <a:spLocks xmlns:a="http://schemas.openxmlformats.org/drawingml/2006/main" noGrp="1"/>
          </p:cNvSpPr>
          <p:nvPr/>
        </p:nvSpPr>
        <p:spPr>
          <a:xfrm xmlns:a="http://schemas.openxmlformats.org/drawingml/2006/main">
            <a:off x="3144545" y="2965847"/>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19" name="">
            <a:extLst xmlns:a="http://schemas.openxmlformats.org/drawingml/2006/main">
              <a:ext uri="{FF2B5EF4-FFF2-40B4-BE49-F238E27FC236}">
                <a16:creationId xmlns:a16="http://schemas.microsoft.com/office/drawing/2014/main" id="{E0055A9C-C360-4550-8C1F-D0D5FDE29666}"/>
              </a:ext>
            </a:extLst>
          </p:cNvPr>
          <p:cNvSpPr>
            <a:spLocks xmlns:a="http://schemas.openxmlformats.org/drawingml/2006/main" noGrp="1"/>
          </p:cNvSpPr>
          <p:nvPr/>
        </p:nvSpPr>
        <p:spPr>
          <a:xfrm xmlns:a="http://schemas.openxmlformats.org/drawingml/2006/main">
            <a:off x="3107741" y="2886980"/>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d5d75fb140b94feb"/>
          <a:stretch xmlns:a="http://schemas.openxmlformats.org/drawingml/2006/main"/>
        </p:blipFill>
        <p:spPr>
          <a:xfrm xmlns:a="http://schemas.openxmlformats.org/drawingml/2006/main">
            <a:off x="6477000" y="1790700"/>
            <a:ext cx="5105400" cy="331851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6944C2A-E49B-4CF5-ACC5-218D9B7837D9}"/>
              </a:ext>
            </a:extLst>
          </p:cNvPr>
          <p:cNvSpPr>
            <a:spLocks xmlns:a="http://schemas.openxmlformats.org/drawingml/2006/main" noGrp="1"/>
          </p:cNvSpPr>
          <p:nvPr/>
        </p:nvSpPr>
        <p:spPr>
          <a:xfrm xmlns:a="http://schemas.openxmlformats.org/drawingml/2006/main">
            <a:off x="6477000" y="1790700"/>
            <a:ext cx="5105400" cy="3318510"/>
          </a:xfrm>
          <a:prstGeom xmlns:a="http://schemas.openxmlformats.org/drawingml/2006/main" prst="roundRect">
            <a:avLst>
              <a:gd name="adj" fmla="val 2296"/>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CFDD9852-AFA0-4F14-B211-08855C135060}"/>
              </a:ext>
            </a:extLst>
          </p:cNvPr>
          <p:cNvSpPr>
            <a:spLocks xmlns:a="http://schemas.openxmlformats.org/drawingml/2006/main" noGrp="1"/>
          </p:cNvSpPr>
          <p:nvPr/>
        </p:nvSpPr>
        <p:spPr>
          <a:xfrm xmlns:a="http://schemas.openxmlformats.org/drawingml/2006/main">
            <a:off x="7420302" y="2155656"/>
            <a:ext cx="59829" cy="71795"/>
          </a:xfrm>
          <a:prstGeom xmlns:a="http://schemas.openxmlformats.org/drawingml/2006/main" prst="rect">
            <a:avLst/>
          </a:prstGeom>
          <a:noFill xmlns:a="http://schemas.openxmlformats.org/drawingml/2006/main"/>
          <a:ln xmlns:a="http://schemas.openxmlformats.org/drawingml/2006/main" w="28575">
            <a:solidFill>
              <a:srgbClr val="F05A3C"/>
            </a:solidFill>
          </a:ln>
        </p:spPr>
      </p:sp>
      <p:sp>
        <p:nvSpPr>
          <p:cNvPr id="23" name="">
            <a:extLst xmlns:a="http://schemas.openxmlformats.org/drawingml/2006/main">
              <a:ext uri="{FF2B5EF4-FFF2-40B4-BE49-F238E27FC236}">
                <a16:creationId xmlns:a16="http://schemas.microsoft.com/office/drawing/2014/main" id="{140E5C49-7080-4141-981A-925A731A675A}"/>
              </a:ext>
            </a:extLst>
          </p:cNvPr>
          <p:cNvSpPr>
            <a:spLocks xmlns:a="http://schemas.openxmlformats.org/drawingml/2006/main" noGrp="1"/>
          </p:cNvSpPr>
          <p:nvPr/>
        </p:nvSpPr>
        <p:spPr>
          <a:xfrm xmlns:a="http://schemas.openxmlformats.org/drawingml/2006/main">
            <a:off x="6603644" y="2174912"/>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24" name="">
            <a:extLst xmlns:a="http://schemas.openxmlformats.org/drawingml/2006/main">
              <a:ext uri="{FF2B5EF4-FFF2-40B4-BE49-F238E27FC236}">
                <a16:creationId xmlns:a16="http://schemas.microsoft.com/office/drawing/2014/main" id="{85A3CF2F-22E8-4C13-A275-1AFD98FEABBB}"/>
              </a:ext>
            </a:extLst>
          </p:cNvPr>
          <p:cNvSpPr>
            <a:spLocks xmlns:a="http://schemas.openxmlformats.org/drawingml/2006/main" noGrp="1"/>
          </p:cNvSpPr>
          <p:nvPr/>
        </p:nvSpPr>
        <p:spPr>
          <a:xfrm xmlns:a="http://schemas.openxmlformats.org/drawingml/2006/main">
            <a:off x="6700647" y="2553222"/>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25" name="">
            <a:extLst xmlns:a="http://schemas.openxmlformats.org/drawingml/2006/main">
              <a:ext uri="{FF2B5EF4-FFF2-40B4-BE49-F238E27FC236}">
                <a16:creationId xmlns:a16="http://schemas.microsoft.com/office/drawing/2014/main" id="{BB636C6F-2A44-4D66-A7A3-2CA3661A6305}"/>
              </a:ext>
            </a:extLst>
          </p:cNvPr>
          <p:cNvSpPr>
            <a:spLocks xmlns:a="http://schemas.openxmlformats.org/drawingml/2006/main" noGrp="1"/>
          </p:cNvSpPr>
          <p:nvPr/>
        </p:nvSpPr>
        <p:spPr>
          <a:xfrm xmlns:a="http://schemas.openxmlformats.org/drawingml/2006/main">
            <a:off x="6470904" y="1945935"/>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26" name="">
            <a:extLst xmlns:a="http://schemas.openxmlformats.org/drawingml/2006/main">
              <a:ext uri="{FF2B5EF4-FFF2-40B4-BE49-F238E27FC236}">
                <a16:creationId xmlns:a16="http://schemas.microsoft.com/office/drawing/2014/main" id="{B6403491-7667-4D66-8976-12E5294F11D2}"/>
              </a:ext>
            </a:extLst>
          </p:cNvPr>
          <p:cNvSpPr>
            <a:spLocks xmlns:a="http://schemas.openxmlformats.org/drawingml/2006/main" noGrp="1"/>
          </p:cNvSpPr>
          <p:nvPr/>
        </p:nvSpPr>
        <p:spPr>
          <a:xfrm xmlns:a="http://schemas.openxmlformats.org/drawingml/2006/main">
            <a:off x="6608750" y="2091949"/>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27" name="">
            <a:extLst xmlns:a="http://schemas.openxmlformats.org/drawingml/2006/main">
              <a:ext uri="{FF2B5EF4-FFF2-40B4-BE49-F238E27FC236}">
                <a16:creationId xmlns:a16="http://schemas.microsoft.com/office/drawing/2014/main" id="{709D563A-CAA2-44F0-B86A-1441B2DF8FE9}"/>
              </a:ext>
            </a:extLst>
          </p:cNvPr>
          <p:cNvSpPr>
            <a:spLocks xmlns:a="http://schemas.openxmlformats.org/drawingml/2006/main" noGrp="1"/>
          </p:cNvSpPr>
          <p:nvPr/>
        </p:nvSpPr>
        <p:spPr>
          <a:xfrm xmlns:a="http://schemas.openxmlformats.org/drawingml/2006/main">
            <a:off x="6613855" y="2795473"/>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28" name="">
            <a:extLst xmlns:a="http://schemas.openxmlformats.org/drawingml/2006/main">
              <a:ext uri="{FF2B5EF4-FFF2-40B4-BE49-F238E27FC236}">
                <a16:creationId xmlns:a16="http://schemas.microsoft.com/office/drawing/2014/main" id="{0BE3BD3D-F051-4DDF-9CB1-3B35EDC2EDDF}"/>
              </a:ext>
            </a:extLst>
          </p:cNvPr>
          <p:cNvSpPr>
            <a:spLocks xmlns:a="http://schemas.openxmlformats.org/drawingml/2006/main" noGrp="1"/>
          </p:cNvSpPr>
          <p:nvPr/>
        </p:nvSpPr>
        <p:spPr>
          <a:xfrm xmlns:a="http://schemas.openxmlformats.org/drawingml/2006/main">
            <a:off x="6608750" y="2168275"/>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29" name="">
            <a:extLst xmlns:a="http://schemas.openxmlformats.org/drawingml/2006/main">
              <a:ext uri="{FF2B5EF4-FFF2-40B4-BE49-F238E27FC236}">
                <a16:creationId xmlns:a16="http://schemas.microsoft.com/office/drawing/2014/main" id="{91EC72A6-735E-4459-B8D2-355D7535F029}"/>
              </a:ext>
            </a:extLst>
          </p:cNvPr>
          <p:cNvSpPr>
            <a:spLocks xmlns:a="http://schemas.openxmlformats.org/drawingml/2006/main" noGrp="1"/>
          </p:cNvSpPr>
          <p:nvPr/>
        </p:nvSpPr>
        <p:spPr>
          <a:xfrm xmlns:a="http://schemas.openxmlformats.org/drawingml/2006/main">
            <a:off x="6547485" y="2032216"/>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sp>
        <p:nvSpPr>
          <p:cNvPr id="30" name="">
            <a:extLst xmlns:a="http://schemas.openxmlformats.org/drawingml/2006/main">
              <a:ext uri="{FF2B5EF4-FFF2-40B4-BE49-F238E27FC236}">
                <a16:creationId xmlns:a16="http://schemas.microsoft.com/office/drawing/2014/main" id="{A113FD7A-4EFB-43CC-8927-B6280757FDC6}"/>
              </a:ext>
            </a:extLst>
          </p:cNvPr>
          <p:cNvSpPr>
            <a:spLocks xmlns:a="http://schemas.openxmlformats.org/drawingml/2006/main" noGrp="1"/>
          </p:cNvSpPr>
          <p:nvPr/>
        </p:nvSpPr>
        <p:spPr>
          <a:xfrm xmlns:a="http://schemas.openxmlformats.org/drawingml/2006/main">
            <a:off x="6583223" y="2456985"/>
            <a:ext cx="114300" cy="114300"/>
          </a:xfrm>
          <a:prstGeom xmlns:a="http://schemas.openxmlformats.org/drawingml/2006/main" prst="ellipse">
            <a:avLst/>
          </a:prstGeom>
          <a:solidFill xmlns:a="http://schemas.openxmlformats.org/drawingml/2006/main">
            <a:srgbClr val="2D84D3"/>
          </a:solidFill>
          <a:ln xmlns:a="http://schemas.openxmlformats.org/drawingml/2006/main" w="14288">
            <a:solidFill>
              <a:srgbClr val="FFFFFF"/>
            </a:solidFill>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bfe48c998e38432c"/>
          <a:srcRect xmlns:a="http://schemas.openxmlformats.org/drawingml/2006/main" l="29514" t="30000" r="32292" b="60000"/>
          <a:stretch xmlns:a="http://schemas.openxmlformats.org/drawingml/2006/main"/>
        </p:blipFill>
        <p:spPr>
          <a:xfrm xmlns:a="http://schemas.openxmlformats.org/drawingml/2006/main">
            <a:off x="609600" y="5257800"/>
            <a:ext cx="5257800" cy="8572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44156C6B-8946-4D72-B1F2-D4AB6FECB085}"/>
              </a:ext>
            </a:extLst>
          </p:cNvPr>
          <p:cNvSpPr>
            <a:spLocks xmlns:a="http://schemas.openxmlformats.org/drawingml/2006/main" noGrp="1"/>
          </p:cNvSpPr>
          <p:nvPr/>
        </p:nvSpPr>
        <p:spPr>
          <a:xfrm xmlns:a="http://schemas.openxmlformats.org/drawingml/2006/main">
            <a:off x="609600" y="5257800"/>
            <a:ext cx="52578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33" name="">
            <a:extLst xmlns:a="http://schemas.openxmlformats.org/drawingml/2006/main">
              <a:ext uri="{FF2B5EF4-FFF2-40B4-BE49-F238E27FC236}">
                <a16:creationId xmlns:a16="http://schemas.microsoft.com/office/drawing/2014/main" id="{FC5D93C0-9DDA-4C4B-95FB-F24908E4FDC2}"/>
              </a:ext>
            </a:extLst>
          </p:cNvPr>
          <p:cNvSpPr>
            <a:spLocks xmlns:a="http://schemas.openxmlformats.org/drawingml/2006/main" noGrp="1"/>
          </p:cNvSpPr>
          <p:nvPr/>
        </p:nvSpPr>
        <p:spPr>
          <a:xfrm xmlns:a="http://schemas.openxmlformats.org/drawingml/2006/main">
            <a:off x="2707940" y="5367338"/>
            <a:ext cx="955964" cy="661988"/>
          </a:xfrm>
          <a:prstGeom xmlns:a="http://schemas.openxmlformats.org/drawingml/2006/main" prst="rect">
            <a:avLst/>
          </a:prstGeom>
          <a:noFill xmlns:a="http://schemas.openxmlformats.org/drawingml/2006/main"/>
          <a:ln xmlns:a="http://schemas.openxmlformats.org/drawingml/2006/main" w="22860">
            <a:solidFill>
              <a:srgbClr val="F05A3C"/>
            </a:solidFill>
          </a:ln>
        </p:spPr>
      </p:sp>
      <p:sp>
        <p:nvSpPr>
          <p:cNvPr id="34" name="">
            <a:extLst xmlns:a="http://schemas.openxmlformats.org/drawingml/2006/main">
              <a:ext uri="{FF2B5EF4-FFF2-40B4-BE49-F238E27FC236}">
                <a16:creationId xmlns:a16="http://schemas.microsoft.com/office/drawing/2014/main" id="{FCA982CD-1599-4859-968D-23522367A430}"/>
              </a:ext>
            </a:extLst>
          </p:cNvPr>
          <p:cNvSpPr>
            <a:spLocks xmlns:a="http://schemas.openxmlformats.org/drawingml/2006/main" noGrp="1"/>
          </p:cNvSpPr>
          <p:nvPr/>
        </p:nvSpPr>
        <p:spPr>
          <a:xfrm xmlns:a="http://schemas.openxmlformats.org/drawingml/2006/main">
            <a:off x="3439036" y="5589270"/>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35" name="">
            <a:extLst xmlns:a="http://schemas.openxmlformats.org/drawingml/2006/main">
              <a:ext uri="{FF2B5EF4-FFF2-40B4-BE49-F238E27FC236}">
                <a16:creationId xmlns:a16="http://schemas.microsoft.com/office/drawing/2014/main" id="{134808A6-5D2E-4364-916B-D3F8FCD56BB2}"/>
              </a:ext>
            </a:extLst>
          </p:cNvPr>
          <p:cNvSpPr>
            <a:spLocks xmlns:a="http://schemas.openxmlformats.org/drawingml/2006/main" noGrp="1"/>
          </p:cNvSpPr>
          <p:nvPr/>
        </p:nvSpPr>
        <p:spPr>
          <a:xfrm xmlns:a="http://schemas.openxmlformats.org/drawingml/2006/main">
            <a:off x="3218782" y="5632133"/>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36" name="">
            <a:extLst xmlns:a="http://schemas.openxmlformats.org/drawingml/2006/main">
              <a:ext uri="{FF2B5EF4-FFF2-40B4-BE49-F238E27FC236}">
                <a16:creationId xmlns:a16="http://schemas.microsoft.com/office/drawing/2014/main" id="{050EF522-33D7-462E-BBF0-3FB371B2D8D8}"/>
              </a:ext>
            </a:extLst>
          </p:cNvPr>
          <p:cNvSpPr>
            <a:spLocks xmlns:a="http://schemas.openxmlformats.org/drawingml/2006/main" noGrp="1"/>
          </p:cNvSpPr>
          <p:nvPr/>
        </p:nvSpPr>
        <p:spPr>
          <a:xfrm xmlns:a="http://schemas.openxmlformats.org/drawingml/2006/main">
            <a:off x="3081123" y="5606415"/>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37" name="">
            <a:extLst xmlns:a="http://schemas.openxmlformats.org/drawingml/2006/main">
              <a:ext uri="{FF2B5EF4-FFF2-40B4-BE49-F238E27FC236}">
                <a16:creationId xmlns:a16="http://schemas.microsoft.com/office/drawing/2014/main" id="{B916AA8B-FF94-4CAA-8114-51615C56722C}"/>
              </a:ext>
            </a:extLst>
          </p:cNvPr>
          <p:cNvSpPr>
            <a:spLocks xmlns:a="http://schemas.openxmlformats.org/drawingml/2006/main" noGrp="1"/>
          </p:cNvSpPr>
          <p:nvPr/>
        </p:nvSpPr>
        <p:spPr>
          <a:xfrm xmlns:a="http://schemas.openxmlformats.org/drawingml/2006/main">
            <a:off x="2888401" y="5760720"/>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38" name="">
            <a:extLst xmlns:a="http://schemas.openxmlformats.org/drawingml/2006/main">
              <a:ext uri="{FF2B5EF4-FFF2-40B4-BE49-F238E27FC236}">
                <a16:creationId xmlns:a16="http://schemas.microsoft.com/office/drawing/2014/main" id="{FBE3110A-300D-44FD-B1C2-0F0128E3BB33}"/>
              </a:ext>
            </a:extLst>
          </p:cNvPr>
          <p:cNvSpPr>
            <a:spLocks xmlns:a="http://schemas.openxmlformats.org/drawingml/2006/main" noGrp="1"/>
          </p:cNvSpPr>
          <p:nvPr/>
        </p:nvSpPr>
        <p:spPr>
          <a:xfrm xmlns:a="http://schemas.openxmlformats.org/drawingml/2006/main">
            <a:off x="3383973" y="5632133"/>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39" name="">
            <a:extLst xmlns:a="http://schemas.openxmlformats.org/drawingml/2006/main">
              <a:ext uri="{FF2B5EF4-FFF2-40B4-BE49-F238E27FC236}">
                <a16:creationId xmlns:a16="http://schemas.microsoft.com/office/drawing/2014/main" id="{851636B9-9470-470E-8273-D8E3CAE573DE}"/>
              </a:ext>
            </a:extLst>
          </p:cNvPr>
          <p:cNvSpPr>
            <a:spLocks xmlns:a="http://schemas.openxmlformats.org/drawingml/2006/main" noGrp="1"/>
          </p:cNvSpPr>
          <p:nvPr/>
        </p:nvSpPr>
        <p:spPr>
          <a:xfrm xmlns:a="http://schemas.openxmlformats.org/drawingml/2006/main">
            <a:off x="3191250" y="5735003"/>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40" name="">
            <a:extLst xmlns:a="http://schemas.openxmlformats.org/drawingml/2006/main">
              <a:ext uri="{FF2B5EF4-FFF2-40B4-BE49-F238E27FC236}">
                <a16:creationId xmlns:a16="http://schemas.microsoft.com/office/drawing/2014/main" id="{9245879F-87D1-4781-9CFD-A13A4395544B}"/>
              </a:ext>
            </a:extLst>
          </p:cNvPr>
          <p:cNvSpPr>
            <a:spLocks xmlns:a="http://schemas.openxmlformats.org/drawingml/2006/main" noGrp="1"/>
          </p:cNvSpPr>
          <p:nvPr/>
        </p:nvSpPr>
        <p:spPr>
          <a:xfrm xmlns:a="http://schemas.openxmlformats.org/drawingml/2006/main">
            <a:off x="3287612" y="5855018"/>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sp>
        <p:nvSpPr>
          <p:cNvPr id="41" name="">
            <a:extLst xmlns:a="http://schemas.openxmlformats.org/drawingml/2006/main">
              <a:ext uri="{FF2B5EF4-FFF2-40B4-BE49-F238E27FC236}">
                <a16:creationId xmlns:a16="http://schemas.microsoft.com/office/drawing/2014/main" id="{79E50876-68BE-442C-BD2E-AC5D5CCC4213}"/>
              </a:ext>
            </a:extLst>
          </p:cNvPr>
          <p:cNvSpPr>
            <a:spLocks xmlns:a="http://schemas.openxmlformats.org/drawingml/2006/main" noGrp="1"/>
          </p:cNvSpPr>
          <p:nvPr/>
        </p:nvSpPr>
        <p:spPr>
          <a:xfrm xmlns:a="http://schemas.openxmlformats.org/drawingml/2006/main">
            <a:off x="3191250" y="5649278"/>
            <a:ext cx="91440" cy="91440"/>
          </a:xfrm>
          <a:prstGeom xmlns:a="http://schemas.openxmlformats.org/drawingml/2006/main" prst="ellipse">
            <a:avLst/>
          </a:prstGeom>
          <a:solidFill xmlns:a="http://schemas.openxmlformats.org/drawingml/2006/main">
            <a:srgbClr val="2D84D3"/>
          </a:solidFill>
          <a:ln xmlns:a="http://schemas.openxmlformats.org/drawingml/2006/main" w="1143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c8a89376ae8646b4"/>
          <a:srcRect xmlns:a="http://schemas.openxmlformats.org/drawingml/2006/main" l="0" t="3606" r="76563" b="66346"/>
          <a:stretch xmlns:a="http://schemas.openxmlformats.org/drawingml/2006/main"/>
        </p:blipFill>
        <p:spPr>
          <a:xfrm xmlns:a="http://schemas.openxmlformats.org/drawingml/2006/main">
            <a:off x="6477000" y="5257800"/>
            <a:ext cx="1028700" cy="8572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78CB8552-0F64-461A-BA6A-BE9A0CF561C6}"/>
              </a:ext>
            </a:extLst>
          </p:cNvPr>
          <p:cNvSpPr>
            <a:spLocks xmlns:a="http://schemas.openxmlformats.org/drawingml/2006/main" noGrp="1"/>
          </p:cNvSpPr>
          <p:nvPr/>
        </p:nvSpPr>
        <p:spPr>
          <a:xfrm xmlns:a="http://schemas.openxmlformats.org/drawingml/2006/main">
            <a:off x="6477000" y="5257800"/>
            <a:ext cx="1028700" cy="857250"/>
          </a:xfrm>
          <a:prstGeom xmlns:a="http://schemas.openxmlformats.org/drawingml/2006/main" prst="roundRect">
            <a:avLst>
              <a:gd name="adj" fmla="val 8889"/>
            </a:avLst>
          </a:prstGeom>
          <a:noFill xmlns:a="http://schemas.openxmlformats.org/drawingml/2006/main"/>
          <a:ln xmlns:a="http://schemas.openxmlformats.org/drawingml/2006/main" w="9525">
            <a:solidFill>
              <a:srgbClr val="D9D4C8"/>
            </a:solidFill>
          </a:ln>
        </p:spPr>
      </p:sp>
      <p:sp>
        <p:nvSpPr>
          <p:cNvPr id="44" name="">
            <a:extLst xmlns:a="http://schemas.openxmlformats.org/drawingml/2006/main">
              <a:ext uri="{FF2B5EF4-FFF2-40B4-BE49-F238E27FC236}">
                <a16:creationId xmlns:a16="http://schemas.microsoft.com/office/drawing/2014/main" id="{F5F97128-0308-452E-89F1-527AB8217983}"/>
              </a:ext>
            </a:extLst>
          </p:cNvPr>
          <p:cNvSpPr>
            <a:spLocks xmlns:a="http://schemas.openxmlformats.org/drawingml/2006/main" noGrp="1"/>
          </p:cNvSpPr>
          <p:nvPr/>
        </p:nvSpPr>
        <p:spPr>
          <a:xfrm xmlns:a="http://schemas.openxmlformats.org/drawingml/2006/main">
            <a:off x="7287959" y="5468684"/>
            <a:ext cx="51435" cy="61722"/>
          </a:xfrm>
          <a:prstGeom xmlns:a="http://schemas.openxmlformats.org/drawingml/2006/main" prst="rect">
            <a:avLst/>
          </a:prstGeom>
          <a:noFill xmlns:a="http://schemas.openxmlformats.org/drawingml/2006/main"/>
          <a:ln xmlns:a="http://schemas.openxmlformats.org/drawingml/2006/main" w="19050">
            <a:solidFill>
              <a:srgbClr val="F05A3C"/>
            </a:solidFill>
          </a:ln>
        </p:spPr>
      </p:sp>
      <p:sp>
        <p:nvSpPr>
          <p:cNvPr id="45" name="">
            <a:extLst xmlns:a="http://schemas.openxmlformats.org/drawingml/2006/main">
              <a:ext uri="{FF2B5EF4-FFF2-40B4-BE49-F238E27FC236}">
                <a16:creationId xmlns:a16="http://schemas.microsoft.com/office/drawing/2014/main" id="{4A88C218-FBA5-4935-B706-02227FCF1D3E}"/>
              </a:ext>
            </a:extLst>
          </p:cNvPr>
          <p:cNvSpPr>
            <a:spLocks xmlns:a="http://schemas.openxmlformats.org/drawingml/2006/main" noGrp="1"/>
          </p:cNvSpPr>
          <p:nvPr/>
        </p:nvSpPr>
        <p:spPr>
          <a:xfrm xmlns:a="http://schemas.openxmlformats.org/drawingml/2006/main">
            <a:off x="6600718" y="5500079"/>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46" name="">
            <a:extLst xmlns:a="http://schemas.openxmlformats.org/drawingml/2006/main">
              <a:ext uri="{FF2B5EF4-FFF2-40B4-BE49-F238E27FC236}">
                <a16:creationId xmlns:a16="http://schemas.microsoft.com/office/drawing/2014/main" id="{53E11019-257E-427C-AC98-99D90463E501}"/>
              </a:ext>
            </a:extLst>
          </p:cNvPr>
          <p:cNvSpPr>
            <a:spLocks xmlns:a="http://schemas.openxmlformats.org/drawingml/2006/main" noGrp="1"/>
          </p:cNvSpPr>
          <p:nvPr/>
        </p:nvSpPr>
        <p:spPr>
          <a:xfrm xmlns:a="http://schemas.openxmlformats.org/drawingml/2006/main">
            <a:off x="6684112" y="5825313"/>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47" name="">
            <a:extLst xmlns:a="http://schemas.openxmlformats.org/drawingml/2006/main">
              <a:ext uri="{FF2B5EF4-FFF2-40B4-BE49-F238E27FC236}">
                <a16:creationId xmlns:a16="http://schemas.microsoft.com/office/drawing/2014/main" id="{358610F0-DA7F-4E89-84D4-6436FE561C80}"/>
              </a:ext>
            </a:extLst>
          </p:cNvPr>
          <p:cNvSpPr>
            <a:spLocks xmlns:a="http://schemas.openxmlformats.org/drawingml/2006/main" noGrp="1"/>
          </p:cNvSpPr>
          <p:nvPr/>
        </p:nvSpPr>
        <p:spPr>
          <a:xfrm xmlns:a="http://schemas.openxmlformats.org/drawingml/2006/main">
            <a:off x="6486601" y="5303227"/>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48" name="">
            <a:extLst xmlns:a="http://schemas.openxmlformats.org/drawingml/2006/main">
              <a:ext uri="{FF2B5EF4-FFF2-40B4-BE49-F238E27FC236}">
                <a16:creationId xmlns:a16="http://schemas.microsoft.com/office/drawing/2014/main" id="{CCD4028F-3575-422B-94D3-2E3611EB947C}"/>
              </a:ext>
            </a:extLst>
          </p:cNvPr>
          <p:cNvSpPr>
            <a:spLocks xmlns:a="http://schemas.openxmlformats.org/drawingml/2006/main" noGrp="1"/>
          </p:cNvSpPr>
          <p:nvPr/>
        </p:nvSpPr>
        <p:spPr>
          <a:xfrm xmlns:a="http://schemas.openxmlformats.org/drawingml/2006/main">
            <a:off x="6605107" y="5428756"/>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49" name="">
            <a:extLst xmlns:a="http://schemas.openxmlformats.org/drawingml/2006/main">
              <a:ext uri="{FF2B5EF4-FFF2-40B4-BE49-F238E27FC236}">
                <a16:creationId xmlns:a16="http://schemas.microsoft.com/office/drawing/2014/main" id="{F9333CFB-D942-4F20-AD6D-4523BDF5B53D}"/>
              </a:ext>
            </a:extLst>
          </p:cNvPr>
          <p:cNvSpPr>
            <a:spLocks xmlns:a="http://schemas.openxmlformats.org/drawingml/2006/main" noGrp="1"/>
          </p:cNvSpPr>
          <p:nvPr/>
        </p:nvSpPr>
        <p:spPr>
          <a:xfrm xmlns:a="http://schemas.openxmlformats.org/drawingml/2006/main">
            <a:off x="6609497" y="6033577"/>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50" name="">
            <a:extLst xmlns:a="http://schemas.openxmlformats.org/drawingml/2006/main">
              <a:ext uri="{FF2B5EF4-FFF2-40B4-BE49-F238E27FC236}">
                <a16:creationId xmlns:a16="http://schemas.microsoft.com/office/drawing/2014/main" id="{50773372-EAB5-435E-AAAC-6DC20D3C34DC}"/>
              </a:ext>
            </a:extLst>
          </p:cNvPr>
          <p:cNvSpPr>
            <a:spLocks xmlns:a="http://schemas.openxmlformats.org/drawingml/2006/main" noGrp="1"/>
          </p:cNvSpPr>
          <p:nvPr/>
        </p:nvSpPr>
        <p:spPr>
          <a:xfrm xmlns:a="http://schemas.openxmlformats.org/drawingml/2006/main">
            <a:off x="6605107" y="5494374"/>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51" name="">
            <a:extLst xmlns:a="http://schemas.openxmlformats.org/drawingml/2006/main">
              <a:ext uri="{FF2B5EF4-FFF2-40B4-BE49-F238E27FC236}">
                <a16:creationId xmlns:a16="http://schemas.microsoft.com/office/drawing/2014/main" id="{AFE82752-8026-41BB-B8E8-5DDAF6B33545}"/>
              </a:ext>
            </a:extLst>
          </p:cNvPr>
          <p:cNvSpPr>
            <a:spLocks xmlns:a="http://schemas.openxmlformats.org/drawingml/2006/main" noGrp="1"/>
          </p:cNvSpPr>
          <p:nvPr/>
        </p:nvSpPr>
        <p:spPr>
          <a:xfrm xmlns:a="http://schemas.openxmlformats.org/drawingml/2006/main">
            <a:off x="6552438" y="5377404"/>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52" name="">
            <a:extLst xmlns:a="http://schemas.openxmlformats.org/drawingml/2006/main">
              <a:ext uri="{FF2B5EF4-FFF2-40B4-BE49-F238E27FC236}">
                <a16:creationId xmlns:a16="http://schemas.microsoft.com/office/drawing/2014/main" id="{3C934632-30C7-4956-938E-7132256029EA}"/>
              </a:ext>
            </a:extLst>
          </p:cNvPr>
          <p:cNvSpPr>
            <a:spLocks xmlns:a="http://schemas.openxmlformats.org/drawingml/2006/main" noGrp="1"/>
          </p:cNvSpPr>
          <p:nvPr/>
        </p:nvSpPr>
        <p:spPr>
          <a:xfrm xmlns:a="http://schemas.openxmlformats.org/drawingml/2006/main">
            <a:off x="6583162" y="5742578"/>
            <a:ext cx="68580" cy="68580"/>
          </a:xfrm>
          <a:prstGeom xmlns:a="http://schemas.openxmlformats.org/drawingml/2006/main" prst="ellipse">
            <a:avLst/>
          </a:prstGeom>
          <a:solidFill xmlns:a="http://schemas.openxmlformats.org/drawingml/2006/main">
            <a:srgbClr val="2D84D3"/>
          </a:solidFill>
          <a:ln xmlns:a="http://schemas.openxmlformats.org/drawingml/2006/main" w="9525">
            <a:solidFill>
              <a:srgbClr val="FFFFFF"/>
            </a:solidFill>
          </a:ln>
        </p:spPr>
      </p:sp>
      <p:sp>
        <p:nvSpPr>
          <p:cNvPr id="53" name="">
            <a:extLst xmlns:a="http://schemas.openxmlformats.org/drawingml/2006/main">
              <a:ext uri="{FF2B5EF4-FFF2-40B4-BE49-F238E27FC236}">
                <a16:creationId xmlns:a16="http://schemas.microsoft.com/office/drawing/2014/main" id="{5ACCB2DB-0FE2-4186-AC13-CD5CBB377E5B}"/>
              </a:ext>
            </a:extLst>
          </p:cNvPr>
          <p:cNvSpPr>
            <a:spLocks xmlns:a="http://schemas.openxmlformats.org/drawingml/2006/main" noGrp="1"/>
          </p:cNvSpPr>
          <p:nvPr/>
        </p:nvSpPr>
        <p:spPr>
          <a:xfrm xmlns:a="http://schemas.openxmlformats.org/drawingml/2006/main">
            <a:off x="7734300" y="5391150"/>
            <a:ext cx="3733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T=0.8, top-p=0.95, top-k=20</a:t>
            </a:r>
          </a:p>
          <a:p xmlns:a="http://schemas.openxmlformats.org/drawingml/2006/main">
            <a:pPr algn="l">
              <a:defRPr sz="1050" b="1">
                <a:solidFill>
                  <a:srgbClr val="10151C"/>
                </a:solidFill>
                <a:latin typeface="Helvetica Neue"/>
                <a:ea typeface="Helvetica Neue"/>
                <a:cs typeface="Helvetica Neue"/>
              </a:defRPr>
            </a:pPr>
            <a:r>
              <a:rPr sz="1050" b="1">
                <a:solidFill>
                  <a:srgbClr val="10151C"/>
                </a:solidFill>
                <a:latin typeface="Helvetica Neue"/>
                <a:ea typeface="Helvetica Neue"/>
                <a:cs typeface="Helvetica Neue"/>
              </a:rPr>
              <a:t>Greedy when fewer than two tokens fall within 5 nats</a:t>
            </a:r>
          </a:p>
        </p:txBody>
      </p:sp>
      <p:sp>
        <p:nvSpPr>
          <p:cNvPr id="54" name="">
            <a:extLst xmlns:a="http://schemas.openxmlformats.org/drawingml/2006/main">
              <a:ext uri="{FF2B5EF4-FFF2-40B4-BE49-F238E27FC236}">
                <a16:creationId xmlns:a16="http://schemas.microsoft.com/office/drawing/2014/main" id="{0CD34831-BCA1-475C-A104-F6BBB422EB08}"/>
              </a:ext>
            </a:extLst>
          </p:cNvPr>
          <p:cNvSpPr>
            <a:spLocks xmlns:a="http://schemas.openxmlformats.org/drawingml/2006/main" noGrp="1"/>
          </p:cNvSpPr>
          <p:nvPr/>
        </p:nvSpPr>
        <p:spPr>
          <a:xfrm xmlns:a="http://schemas.openxmlformats.org/drawingml/2006/main">
            <a:off x="723900" y="61722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8/8 hit · RMS radius 15.46</a:t>
            </a:r>
          </a:p>
        </p:txBody>
      </p:sp>
      <p:sp>
        <p:nvSpPr>
          <p:cNvPr id="55" name="">
            <a:extLst xmlns:a="http://schemas.openxmlformats.org/drawingml/2006/main">
              <a:ext uri="{FF2B5EF4-FFF2-40B4-BE49-F238E27FC236}">
                <a16:creationId xmlns:a16="http://schemas.microsoft.com/office/drawing/2014/main" id="{7B170E53-BCE4-4986-B9BD-0D8464C639B9}"/>
              </a:ext>
            </a:extLst>
          </p:cNvPr>
          <p:cNvSpPr>
            <a:spLocks xmlns:a="http://schemas.openxmlformats.org/drawingml/2006/main" noGrp="1"/>
          </p:cNvSpPr>
          <p:nvPr/>
        </p:nvSpPr>
        <p:spPr>
          <a:xfrm xmlns:a="http://schemas.openxmlformats.org/drawingml/2006/main">
            <a:off x="6591300" y="61722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0/8 hit · RMS radius 83.62</a:t>
            </a:r>
          </a:p>
        </p:txBody>
      </p:sp>
      <p:sp>
        <p:nvSpPr>
          <p:cNvPr id="56" name="">
            <a:extLst xmlns:a="http://schemas.openxmlformats.org/drawingml/2006/main">
              <a:ext uri="{FF2B5EF4-FFF2-40B4-BE49-F238E27FC236}">
                <a16:creationId xmlns:a16="http://schemas.microsoft.com/office/drawing/2014/main" id="{2E8DE2C2-468C-4933-8EF0-B9FAFBF1D319}"/>
              </a:ext>
            </a:extLst>
          </p:cNvPr>
          <p:cNvSpPr>
            <a:spLocks xmlns:a="http://schemas.openxmlformats.org/drawingml/2006/main" noGrp="1"/>
          </p:cNvSpPr>
          <p:nvPr/>
        </p:nvSpPr>
        <p:spPr>
          <a:xfrm xmlns:a="http://schemas.openxmlformats.org/drawingml/2006/main">
            <a:off x="8801100" y="6172200"/>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16/16 outputs preserve strict JSON</a:t>
            </a:r>
          </a:p>
        </p:txBody>
      </p:sp>
      <p:sp>
        <p:nvSpPr>
          <p:cNvPr id="57" name="">
            <a:extLst xmlns:a="http://schemas.openxmlformats.org/drawingml/2006/main">
              <a:ext uri="{FF2B5EF4-FFF2-40B4-BE49-F238E27FC236}">
                <a16:creationId xmlns:a16="http://schemas.microsoft.com/office/drawing/2014/main" id="{8634717A-6C75-4DA5-A37A-6F077B27F17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150FAAF-F013-4950-A518-F4125140C85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Exact source-pixel overlays. The selected two-case pilot tests feasibility, not calibration or adaptive-crop accuracy.</a:t>
            </a:r>
          </a:p>
        </p:txBody>
      </p:sp>
    </p:spTree>
    <p:extLst>
      <p:ext uri="{BB962C8B-B14F-4D97-AF65-F5344CB8AC3E}">
        <p14:creationId xmlns:p14="http://schemas.microsoft.com/office/powerpoint/2010/main" val="989957053"/>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522E64C-38F9-4B75-B571-85308686AAA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DEFINITIONS</a:t>
            </a:r>
          </a:p>
        </p:txBody>
      </p:sp>
      <p:sp>
        <p:nvSpPr>
          <p:cNvPr id="2" name="">
            <a:extLst xmlns:a="http://schemas.openxmlformats.org/drawingml/2006/main">
              <a:ext uri="{FF2B5EF4-FFF2-40B4-BE49-F238E27FC236}">
                <a16:creationId xmlns:a16="http://schemas.microsoft.com/office/drawing/2014/main" id="{E5CFB86E-4812-418B-BE7F-4D5DD7D7878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D4F01A07-A210-430E-BEC2-C0A8765D6AC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A2</a:t>
            </a:r>
          </a:p>
        </p:txBody>
      </p:sp>
      <p:sp>
        <p:nvSpPr>
          <p:cNvPr id="4" name="">
            <a:extLst xmlns:a="http://schemas.openxmlformats.org/drawingml/2006/main">
              <a:ext uri="{FF2B5EF4-FFF2-40B4-BE49-F238E27FC236}">
                <a16:creationId xmlns:a16="http://schemas.microsoft.com/office/drawing/2014/main" id="{920CC387-6582-45D5-9FC3-DAF94FB7E63E}"/>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A3390EAA-6EDC-46BA-B27E-A241FBE606B6}"/>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DF1EE570-6FB9-46C9-AF00-8ECD27454A7A}"/>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19EFF4-C3E1-4246-A28A-08DE76551FE7}"/>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76F34C39-FE71-47DB-8D74-3237E696626B}"/>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32120571-C949-44B1-8408-47D06B9E9615}"/>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6967E1-2CCA-408D-96CE-43F45947AD54}"/>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6D4E639C-20BB-4683-A871-24BDA506D97E}"/>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EE7DA3CF-4D64-47B3-8EB7-261634E1BE97}"/>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64A2B519-7BE2-4F29-84B6-DBA931648EB2}"/>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DF49C15-AF0F-4765-9206-B4292B027AFF}"/>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636DC41-A337-47CD-AF7C-FDC08868D720}"/>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CB3D048A-2598-4703-AE41-11AF82E7DCA7}"/>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79B212-C737-42A9-9BBF-906AC9A3D8A3}"/>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7F3B46E0-12DA-4A1F-A7D0-28DD17566E96}"/>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A1CAA222-D179-4B7F-A527-FFCCEBAB13D2}"/>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4DAAEC9A-2EDD-4E90-8333-B837D3465DC2}"/>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6F622C7-29CF-44D4-9EDA-E18213CCDC4A}"/>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A47493E8-5D37-450C-B44C-8676C5B36068}"/>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8F6E2A13-32B3-497C-9703-1B0F39A415BF}"/>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4AA4821-5439-4350-ADA7-18E370A426D6}"/>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FE43F201-D19B-4486-8A36-3778701425E5}"/>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8819017D-4FBF-409D-96C4-7F426D9CDFF1}"/>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9A0A4EC9-F27E-4E4F-A93A-6600B226A1EC}"/>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C41EA09-7397-44C9-B9E1-487D706DA71B}"/>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35FF72AC-06D8-4511-B02A-87CCD5E48319}"/>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BD5F9E4C-A974-46DE-8309-351CDE7B018A}"/>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037891F5-26AC-4D44-9929-B605E216AB61}"/>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F8F677D6-9E34-4A0B-BF90-B94DFBDCD85A}"/>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5D9A573C-7815-4A38-9C98-A9A333451DCB}"/>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B62EDE3F-7465-48AE-ACB3-F909980F18B0}"/>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BF186ADC-1BD7-41D3-9638-97C40CC9924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E9658AE-6626-4AE2-A1C6-B2C6175416B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509660631"/>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6659B8-7852-4241-A9B5-CF07FBA202A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BENCHMARK TAXONOMY</a:t>
            </a:r>
          </a:p>
        </p:txBody>
      </p:sp>
      <p:sp>
        <p:nvSpPr>
          <p:cNvPr id="2" name="">
            <a:extLst xmlns:a="http://schemas.openxmlformats.org/drawingml/2006/main">
              <a:ext uri="{FF2B5EF4-FFF2-40B4-BE49-F238E27FC236}">
                <a16:creationId xmlns:a16="http://schemas.microsoft.com/office/drawing/2014/main" id="{52DA087C-4580-4081-A6F1-32EB44362E5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A19B7826-D130-413C-A439-AEF62B81DCD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A3</a:t>
            </a:r>
          </a:p>
        </p:txBody>
      </p:sp>
      <p:sp>
        <p:nvSpPr>
          <p:cNvPr id="4" name="">
            <a:extLst xmlns:a="http://schemas.openxmlformats.org/drawingml/2006/main">
              <a:ext uri="{FF2B5EF4-FFF2-40B4-BE49-F238E27FC236}">
                <a16:creationId xmlns:a16="http://schemas.microsoft.com/office/drawing/2014/main" id="{DEAA4EA2-C4E3-4236-9BC6-3CFDBBE8B1F9}"/>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9D2A46ED-94E9-4D48-8800-DE54CCAA329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951513-4D78-49DC-B55E-976465300A5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897822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2026-09-23T04:59:43.1530000Z</dcterms:created>
  <dcterms:modified xsi:type="dcterms:W3CDTF">2026-09-23T04:59:43.1530000Z</dcterms:modified>
</coreProperties>
</file>